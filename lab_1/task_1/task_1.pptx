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1"/>
  </p:sldMasterIdLst>
  <p:sldIdLst>
    <p:sldId id="256" r:id="rId2"/>
  </p:sldIdLst>
  <p:sldSz cx="13716000" cy="22860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429"/>
    <p:restoredTop sz="94590"/>
  </p:normalViewPr>
  <p:slideViewPr>
    <p:cSldViewPr snapToGrid="0">
      <p:cViewPr>
        <p:scale>
          <a:sx n="120" d="100"/>
          <a:sy n="120" d="100"/>
        </p:scale>
        <p:origin x="-520" y="-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28700" y="3741210"/>
            <a:ext cx="11658600" cy="7958667"/>
          </a:xfrm>
        </p:spPr>
        <p:txBody>
          <a:bodyPr anchor="b"/>
          <a:lstStyle>
            <a:lvl1pPr algn="ctr">
              <a:defRPr sz="9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14500" y="12006793"/>
            <a:ext cx="10287000" cy="5519207"/>
          </a:xfrm>
        </p:spPr>
        <p:txBody>
          <a:bodyPr/>
          <a:lstStyle>
            <a:lvl1pPr marL="0" indent="0" algn="ctr">
              <a:buNone/>
              <a:defRPr sz="3600"/>
            </a:lvl1pPr>
            <a:lvl2pPr marL="685800" indent="0" algn="ctr">
              <a:buNone/>
              <a:defRPr sz="3000"/>
            </a:lvl2pPr>
            <a:lvl3pPr marL="1371600" indent="0" algn="ctr">
              <a:buNone/>
              <a:defRPr sz="2700"/>
            </a:lvl3pPr>
            <a:lvl4pPr marL="2057400" indent="0" algn="ctr">
              <a:buNone/>
              <a:defRPr sz="2400"/>
            </a:lvl4pPr>
            <a:lvl5pPr marL="2743200" indent="0" algn="ctr">
              <a:buNone/>
              <a:defRPr sz="2400"/>
            </a:lvl5pPr>
            <a:lvl6pPr marL="3429000" indent="0" algn="ctr">
              <a:buNone/>
              <a:defRPr sz="2400"/>
            </a:lvl6pPr>
            <a:lvl7pPr marL="4114800" indent="0" algn="ctr">
              <a:buNone/>
              <a:defRPr sz="2400"/>
            </a:lvl7pPr>
            <a:lvl8pPr marL="4800600" indent="0" algn="ctr">
              <a:buNone/>
              <a:defRPr sz="2400"/>
            </a:lvl8pPr>
            <a:lvl9pPr marL="5486400" indent="0" algn="ctr">
              <a:buNone/>
              <a:defRPr sz="24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BC79C8-AEB4-F249-8C01-E92E9B77561A}" type="datetimeFigureOut">
              <a:rPr lang="en-US" smtClean="0"/>
              <a:t>11/3/25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DFDB0A-9439-F44B-A0CB-138812A779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58973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BC79C8-AEB4-F249-8C01-E92E9B77561A}" type="datetimeFigureOut">
              <a:rPr lang="en-US" smtClean="0"/>
              <a:t>11/3/25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DFDB0A-9439-F44B-A0CB-138812A779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67337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5832" y="5699132"/>
            <a:ext cx="11830050" cy="9509123"/>
          </a:xfrm>
        </p:spPr>
        <p:txBody>
          <a:bodyPr anchor="b"/>
          <a:lstStyle>
            <a:lvl1pPr>
              <a:defRPr sz="9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35832" y="15298215"/>
            <a:ext cx="11830050" cy="5000623"/>
          </a:xfrm>
        </p:spPr>
        <p:txBody>
          <a:bodyPr/>
          <a:lstStyle>
            <a:lvl1pPr marL="0" indent="0">
              <a:buNone/>
              <a:defRPr sz="3600">
                <a:solidFill>
                  <a:schemeClr val="tx1">
                    <a:tint val="82000"/>
                  </a:schemeClr>
                </a:solidFill>
              </a:defRPr>
            </a:lvl1pPr>
            <a:lvl2pPr marL="685800" indent="0">
              <a:buNone/>
              <a:defRPr sz="3000">
                <a:solidFill>
                  <a:schemeClr val="tx1">
                    <a:tint val="82000"/>
                  </a:schemeClr>
                </a:solidFill>
              </a:defRPr>
            </a:lvl2pPr>
            <a:lvl3pPr marL="1371600" indent="0">
              <a:buNone/>
              <a:defRPr sz="2700">
                <a:solidFill>
                  <a:schemeClr val="tx1">
                    <a:tint val="82000"/>
                  </a:schemeClr>
                </a:solidFill>
              </a:defRPr>
            </a:lvl3pPr>
            <a:lvl4pPr marL="205740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4pPr>
            <a:lvl5pPr marL="274320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5pPr>
            <a:lvl6pPr marL="342900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6pPr>
            <a:lvl7pPr marL="411480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7pPr>
            <a:lvl8pPr marL="480060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8pPr>
            <a:lvl9pPr marL="548640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BC79C8-AEB4-F249-8C01-E92E9B77561A}" type="datetimeFigureOut">
              <a:rPr lang="en-US" smtClean="0"/>
              <a:t>11/3/25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DFDB0A-9439-F44B-A0CB-138812A779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33155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42975" y="6085417"/>
            <a:ext cx="5829300" cy="145044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943725" y="6085417"/>
            <a:ext cx="5829300" cy="145044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BC79C8-AEB4-F249-8C01-E92E9B77561A}" type="datetimeFigureOut">
              <a:rPr lang="en-US" smtClean="0"/>
              <a:t>11/3/25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DFDB0A-9439-F44B-A0CB-138812A779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9802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761" y="1217088"/>
            <a:ext cx="11830050" cy="441854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44763" y="5603877"/>
            <a:ext cx="5802510" cy="2746373"/>
          </a:xfrm>
        </p:spPr>
        <p:txBody>
          <a:bodyPr anchor="b"/>
          <a:lstStyle>
            <a:lvl1pPr marL="0" indent="0">
              <a:buNone/>
              <a:defRPr sz="3600" b="1"/>
            </a:lvl1pPr>
            <a:lvl2pPr marL="685800" indent="0">
              <a:buNone/>
              <a:defRPr sz="3000" b="1"/>
            </a:lvl2pPr>
            <a:lvl3pPr marL="1371600" indent="0">
              <a:buNone/>
              <a:defRPr sz="2700" b="1"/>
            </a:lvl3pPr>
            <a:lvl4pPr marL="2057400" indent="0">
              <a:buNone/>
              <a:defRPr sz="2400" b="1"/>
            </a:lvl4pPr>
            <a:lvl5pPr marL="2743200" indent="0">
              <a:buNone/>
              <a:defRPr sz="2400" b="1"/>
            </a:lvl5pPr>
            <a:lvl6pPr marL="3429000" indent="0">
              <a:buNone/>
              <a:defRPr sz="2400" b="1"/>
            </a:lvl6pPr>
            <a:lvl7pPr marL="4114800" indent="0">
              <a:buNone/>
              <a:defRPr sz="2400" b="1"/>
            </a:lvl7pPr>
            <a:lvl8pPr marL="4800600" indent="0">
              <a:buNone/>
              <a:defRPr sz="2400" b="1"/>
            </a:lvl8pPr>
            <a:lvl9pPr marL="5486400" indent="0">
              <a:buNone/>
              <a:defRPr sz="24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44763" y="8350250"/>
            <a:ext cx="5802510" cy="122819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943725" y="5603877"/>
            <a:ext cx="5831087" cy="2746373"/>
          </a:xfrm>
        </p:spPr>
        <p:txBody>
          <a:bodyPr anchor="b"/>
          <a:lstStyle>
            <a:lvl1pPr marL="0" indent="0">
              <a:buNone/>
              <a:defRPr sz="3600" b="1"/>
            </a:lvl1pPr>
            <a:lvl2pPr marL="685800" indent="0">
              <a:buNone/>
              <a:defRPr sz="3000" b="1"/>
            </a:lvl2pPr>
            <a:lvl3pPr marL="1371600" indent="0">
              <a:buNone/>
              <a:defRPr sz="2700" b="1"/>
            </a:lvl3pPr>
            <a:lvl4pPr marL="2057400" indent="0">
              <a:buNone/>
              <a:defRPr sz="2400" b="1"/>
            </a:lvl4pPr>
            <a:lvl5pPr marL="2743200" indent="0">
              <a:buNone/>
              <a:defRPr sz="2400" b="1"/>
            </a:lvl5pPr>
            <a:lvl6pPr marL="3429000" indent="0">
              <a:buNone/>
              <a:defRPr sz="2400" b="1"/>
            </a:lvl6pPr>
            <a:lvl7pPr marL="4114800" indent="0">
              <a:buNone/>
              <a:defRPr sz="2400" b="1"/>
            </a:lvl7pPr>
            <a:lvl8pPr marL="4800600" indent="0">
              <a:buNone/>
              <a:defRPr sz="2400" b="1"/>
            </a:lvl8pPr>
            <a:lvl9pPr marL="5486400" indent="0">
              <a:buNone/>
              <a:defRPr sz="24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943725" y="8350250"/>
            <a:ext cx="5831087" cy="122819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BC79C8-AEB4-F249-8C01-E92E9B77561A}" type="datetimeFigureOut">
              <a:rPr lang="en-US" smtClean="0"/>
              <a:t>11/3/25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DFDB0A-9439-F44B-A0CB-138812A779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79406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BC79C8-AEB4-F249-8C01-E92E9B77561A}" type="datetimeFigureOut">
              <a:rPr lang="en-US" smtClean="0"/>
              <a:t>11/3/25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DFDB0A-9439-F44B-A0CB-138812A779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14115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BC79C8-AEB4-F249-8C01-E92E9B77561A}" type="datetimeFigureOut">
              <a:rPr lang="en-US" smtClean="0"/>
              <a:t>11/3/25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DFDB0A-9439-F44B-A0CB-138812A779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89758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762" y="1524000"/>
            <a:ext cx="4423767" cy="5334000"/>
          </a:xfrm>
        </p:spPr>
        <p:txBody>
          <a:bodyPr anchor="b"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31086" y="3291421"/>
            <a:ext cx="6943725" cy="16245417"/>
          </a:xfrm>
        </p:spPr>
        <p:txBody>
          <a:bodyPr/>
          <a:lstStyle>
            <a:lvl1pPr>
              <a:defRPr sz="4800"/>
            </a:lvl1pPr>
            <a:lvl2pPr>
              <a:defRPr sz="4200"/>
            </a:lvl2pPr>
            <a:lvl3pPr>
              <a:defRPr sz="3600"/>
            </a:lvl3pPr>
            <a:lvl4pPr>
              <a:defRPr sz="3000"/>
            </a:lvl4pPr>
            <a:lvl5pPr>
              <a:defRPr sz="3000"/>
            </a:lvl5pPr>
            <a:lvl6pPr>
              <a:defRPr sz="3000"/>
            </a:lvl6pPr>
            <a:lvl7pPr>
              <a:defRPr sz="3000"/>
            </a:lvl7pPr>
            <a:lvl8pPr>
              <a:defRPr sz="3000"/>
            </a:lvl8pPr>
            <a:lvl9pPr>
              <a:defRPr sz="3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44762" y="6858000"/>
            <a:ext cx="4423767" cy="12705293"/>
          </a:xfrm>
        </p:spPr>
        <p:txBody>
          <a:bodyPr/>
          <a:lstStyle>
            <a:lvl1pPr marL="0" indent="0">
              <a:buNone/>
              <a:defRPr sz="2400"/>
            </a:lvl1pPr>
            <a:lvl2pPr marL="685800" indent="0">
              <a:buNone/>
              <a:defRPr sz="2100"/>
            </a:lvl2pPr>
            <a:lvl3pPr marL="1371600" indent="0">
              <a:buNone/>
              <a:defRPr sz="1800"/>
            </a:lvl3pPr>
            <a:lvl4pPr marL="2057400" indent="0">
              <a:buNone/>
              <a:defRPr sz="1500"/>
            </a:lvl4pPr>
            <a:lvl5pPr marL="2743200" indent="0">
              <a:buNone/>
              <a:defRPr sz="1500"/>
            </a:lvl5pPr>
            <a:lvl6pPr marL="3429000" indent="0">
              <a:buNone/>
              <a:defRPr sz="1500"/>
            </a:lvl6pPr>
            <a:lvl7pPr marL="4114800" indent="0">
              <a:buNone/>
              <a:defRPr sz="1500"/>
            </a:lvl7pPr>
            <a:lvl8pPr marL="4800600" indent="0">
              <a:buNone/>
              <a:defRPr sz="1500"/>
            </a:lvl8pPr>
            <a:lvl9pPr marL="5486400" indent="0">
              <a:buNone/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BC79C8-AEB4-F249-8C01-E92E9B77561A}" type="datetimeFigureOut">
              <a:rPr lang="en-US" smtClean="0"/>
              <a:t>11/3/25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DFDB0A-9439-F44B-A0CB-138812A779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73093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762" y="1524000"/>
            <a:ext cx="4423767" cy="5334000"/>
          </a:xfrm>
        </p:spPr>
        <p:txBody>
          <a:bodyPr anchor="b"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831086" y="3291421"/>
            <a:ext cx="6943725" cy="16245417"/>
          </a:xfrm>
        </p:spPr>
        <p:txBody>
          <a:bodyPr anchor="t"/>
          <a:lstStyle>
            <a:lvl1pPr marL="0" indent="0">
              <a:buNone/>
              <a:defRPr sz="4800"/>
            </a:lvl1pPr>
            <a:lvl2pPr marL="685800" indent="0">
              <a:buNone/>
              <a:defRPr sz="4200"/>
            </a:lvl2pPr>
            <a:lvl3pPr marL="1371600" indent="0">
              <a:buNone/>
              <a:defRPr sz="3600"/>
            </a:lvl3pPr>
            <a:lvl4pPr marL="2057400" indent="0">
              <a:buNone/>
              <a:defRPr sz="3000"/>
            </a:lvl4pPr>
            <a:lvl5pPr marL="2743200" indent="0">
              <a:buNone/>
              <a:defRPr sz="3000"/>
            </a:lvl5pPr>
            <a:lvl6pPr marL="3429000" indent="0">
              <a:buNone/>
              <a:defRPr sz="3000"/>
            </a:lvl6pPr>
            <a:lvl7pPr marL="4114800" indent="0">
              <a:buNone/>
              <a:defRPr sz="3000"/>
            </a:lvl7pPr>
            <a:lvl8pPr marL="4800600" indent="0">
              <a:buNone/>
              <a:defRPr sz="3000"/>
            </a:lvl8pPr>
            <a:lvl9pPr marL="5486400" indent="0">
              <a:buNone/>
              <a:defRPr sz="3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44762" y="6858000"/>
            <a:ext cx="4423767" cy="12705293"/>
          </a:xfrm>
        </p:spPr>
        <p:txBody>
          <a:bodyPr/>
          <a:lstStyle>
            <a:lvl1pPr marL="0" indent="0">
              <a:buNone/>
              <a:defRPr sz="2400"/>
            </a:lvl1pPr>
            <a:lvl2pPr marL="685800" indent="0">
              <a:buNone/>
              <a:defRPr sz="2100"/>
            </a:lvl2pPr>
            <a:lvl3pPr marL="1371600" indent="0">
              <a:buNone/>
              <a:defRPr sz="1800"/>
            </a:lvl3pPr>
            <a:lvl4pPr marL="2057400" indent="0">
              <a:buNone/>
              <a:defRPr sz="1500"/>
            </a:lvl4pPr>
            <a:lvl5pPr marL="2743200" indent="0">
              <a:buNone/>
              <a:defRPr sz="1500"/>
            </a:lvl5pPr>
            <a:lvl6pPr marL="3429000" indent="0">
              <a:buNone/>
              <a:defRPr sz="1500"/>
            </a:lvl6pPr>
            <a:lvl7pPr marL="4114800" indent="0">
              <a:buNone/>
              <a:defRPr sz="1500"/>
            </a:lvl7pPr>
            <a:lvl8pPr marL="4800600" indent="0">
              <a:buNone/>
              <a:defRPr sz="1500"/>
            </a:lvl8pPr>
            <a:lvl9pPr marL="5486400" indent="0">
              <a:buNone/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BC79C8-AEB4-F249-8C01-E92E9B77561A}" type="datetimeFigureOut">
              <a:rPr lang="en-US" smtClean="0"/>
              <a:t>11/3/25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DFDB0A-9439-F44B-A0CB-138812A779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33444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BC79C8-AEB4-F249-8C01-E92E9B77561A}" type="datetimeFigureOut">
              <a:rPr lang="en-US" smtClean="0"/>
              <a:t>11/3/25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DFDB0A-9439-F44B-A0CB-138812A779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20841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815513" y="1217083"/>
            <a:ext cx="2957513" cy="19372793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42976" y="1217083"/>
            <a:ext cx="8701088" cy="1937279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BC79C8-AEB4-F249-8C01-E92E9B77561A}" type="datetimeFigureOut">
              <a:rPr lang="en-US" smtClean="0"/>
              <a:t>11/3/25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DFDB0A-9439-F44B-A0CB-138812A779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17888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42975" y="1217088"/>
            <a:ext cx="11830050" cy="441854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42975" y="6085417"/>
            <a:ext cx="11830050" cy="145044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42975" y="21187839"/>
            <a:ext cx="3086100" cy="12170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8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CBC79C8-AEB4-F249-8C01-E92E9B77561A}" type="datetimeFigureOut">
              <a:rPr lang="en-US" smtClean="0"/>
              <a:t>11/3/25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543425" y="21187839"/>
            <a:ext cx="4629150" cy="12170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8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686925" y="21187839"/>
            <a:ext cx="3086100" cy="12170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6DFDB0A-9439-F44B-A0CB-138812A779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25468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1371600" rtl="0" eaLnBrk="1" latinLnBrk="0" hangingPunct="1">
        <a:lnSpc>
          <a:spcPct val="90000"/>
        </a:lnSpc>
        <a:spcBef>
          <a:spcPct val="0"/>
        </a:spcBef>
        <a:buNone/>
        <a:defRPr sz="6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1371600" rtl="0" eaLnBrk="1" latinLnBrk="0" hangingPunct="1">
        <a:lnSpc>
          <a:spcPct val="90000"/>
        </a:lnSpc>
        <a:spcBef>
          <a:spcPts val="1500"/>
        </a:spcBef>
        <a:buFont typeface="Arial" panose="020B0604020202020204" pitchFamily="34" charset="0"/>
        <a:buChar char="•"/>
        <a:defRPr sz="4200" kern="1200">
          <a:solidFill>
            <a:schemeClr val="tx1"/>
          </a:solidFill>
          <a:latin typeface="+mn-lt"/>
          <a:ea typeface="+mn-ea"/>
          <a:cs typeface="+mn-cs"/>
        </a:defRPr>
      </a:lvl1pPr>
      <a:lvl2pPr marL="10287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2pPr>
      <a:lvl3pPr marL="17145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3000" kern="1200">
          <a:solidFill>
            <a:schemeClr val="tx1"/>
          </a:solidFill>
          <a:latin typeface="+mn-lt"/>
          <a:ea typeface="+mn-ea"/>
          <a:cs typeface="+mn-cs"/>
        </a:defRPr>
      </a:lvl3pPr>
      <a:lvl4pPr marL="24003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4pPr>
      <a:lvl5pPr marL="30861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5pPr>
      <a:lvl6pPr marL="37719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6pPr>
      <a:lvl7pPr marL="44577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7pPr>
      <a:lvl8pPr marL="51435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8pPr>
      <a:lvl9pPr marL="58293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2pPr>
      <a:lvl3pPr marL="13716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3pPr>
      <a:lvl4pPr marL="20574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4pPr>
      <a:lvl5pPr marL="27432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5pPr>
      <a:lvl6pPr marL="34290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6pPr>
      <a:lvl7pPr marL="41148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7pPr>
      <a:lvl8pPr marL="48006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8pPr>
      <a:lvl9pPr marL="54864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rminator 10">
            <a:extLst>
              <a:ext uri="{FF2B5EF4-FFF2-40B4-BE49-F238E27FC236}">
                <a16:creationId xmlns:a16="http://schemas.microsoft.com/office/drawing/2014/main" id="{7EBC263F-6138-2824-A86C-7ED5DB62D9ED}"/>
              </a:ext>
            </a:extLst>
          </p:cNvPr>
          <p:cNvSpPr/>
          <p:nvPr/>
        </p:nvSpPr>
        <p:spPr>
          <a:xfrm>
            <a:off x="5994354" y="1002215"/>
            <a:ext cx="914400" cy="301752"/>
          </a:xfrm>
          <a:prstGeom prst="flowChartTerminator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Start</a:t>
            </a:r>
          </a:p>
        </p:txBody>
      </p:sp>
      <p:sp>
        <p:nvSpPr>
          <p:cNvPr id="12" name="Data 11">
            <a:extLst>
              <a:ext uri="{FF2B5EF4-FFF2-40B4-BE49-F238E27FC236}">
                <a16:creationId xmlns:a16="http://schemas.microsoft.com/office/drawing/2014/main" id="{67FDCB31-5577-4A12-EE38-1D41ADBB773E}"/>
              </a:ext>
            </a:extLst>
          </p:cNvPr>
          <p:cNvSpPr/>
          <p:nvPr/>
        </p:nvSpPr>
        <p:spPr>
          <a:xfrm>
            <a:off x="4342640" y="1490560"/>
            <a:ext cx="4217831" cy="301752"/>
          </a:xfrm>
          <a:prstGeom prst="flowChartInputOutpu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Wczytaj</a:t>
            </a:r>
            <a:r>
              <a:rPr lang="en-US" sz="1200" dirty="0"/>
              <a:t> </a:t>
            </a:r>
            <a:r>
              <a:rPr lang="en-US" sz="1200" dirty="0" err="1"/>
              <a:t>zbiór</a:t>
            </a:r>
            <a:r>
              <a:rPr lang="en-US" sz="1200" dirty="0"/>
              <a:t> </a:t>
            </a:r>
            <a:r>
              <a:rPr lang="en-US" sz="1200" dirty="0" err="1"/>
              <a:t>input_text</a:t>
            </a:r>
            <a:endParaRPr lang="en-US" sz="1200" dirty="0"/>
          </a:p>
        </p:txBody>
      </p:sp>
      <p:sp>
        <p:nvSpPr>
          <p:cNvPr id="13" name="Process 12">
            <a:extLst>
              <a:ext uri="{FF2B5EF4-FFF2-40B4-BE49-F238E27FC236}">
                <a16:creationId xmlns:a16="http://schemas.microsoft.com/office/drawing/2014/main" id="{767FEDF7-D742-AA56-8988-27AB33E023F1}"/>
              </a:ext>
            </a:extLst>
          </p:cNvPr>
          <p:cNvSpPr/>
          <p:nvPr/>
        </p:nvSpPr>
        <p:spPr>
          <a:xfrm>
            <a:off x="4943116" y="1978905"/>
            <a:ext cx="3016876" cy="992043"/>
          </a:xfrm>
          <a:prstGeom prst="flowChart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max_number</a:t>
            </a:r>
            <a:r>
              <a:rPr lang="en-US" sz="1200" dirty="0"/>
              <a:t> ← BRAK</a:t>
            </a:r>
          </a:p>
          <a:p>
            <a:pPr algn="ctr"/>
            <a:r>
              <a:rPr lang="en-US" sz="1200" dirty="0" err="1"/>
              <a:t>partial_number</a:t>
            </a:r>
            <a:r>
              <a:rPr lang="en-US" sz="1200" dirty="0"/>
              <a:t> ← “”</a:t>
            </a:r>
          </a:p>
          <a:p>
            <a:pPr algn="ctr"/>
            <a:r>
              <a:rPr lang="en-US" sz="1200" dirty="0" err="1"/>
              <a:t>input_text</a:t>
            </a:r>
            <a:r>
              <a:rPr lang="en-US" sz="1200" dirty="0"/>
              <a:t> ← </a:t>
            </a:r>
            <a:r>
              <a:rPr lang="en-US" sz="1200" dirty="0" err="1"/>
              <a:t>input_text</a:t>
            </a:r>
            <a:r>
              <a:rPr lang="en-US" sz="1200" dirty="0"/>
              <a:t> + ”;”</a:t>
            </a:r>
          </a:p>
          <a:p>
            <a:pPr algn="ctr"/>
            <a:r>
              <a:rPr lang="en-US" sz="1200" dirty="0" err="1"/>
              <a:t>i</a:t>
            </a:r>
            <a:r>
              <a:rPr lang="en-US" sz="1200" dirty="0"/>
              <a:t> ← 1</a:t>
            </a:r>
          </a:p>
        </p:txBody>
      </p:sp>
      <p:sp>
        <p:nvSpPr>
          <p:cNvPr id="14" name="Decision 13">
            <a:extLst>
              <a:ext uri="{FF2B5EF4-FFF2-40B4-BE49-F238E27FC236}">
                <a16:creationId xmlns:a16="http://schemas.microsoft.com/office/drawing/2014/main" id="{1B0AA1F7-A938-954E-75F5-969253DA04B5}"/>
              </a:ext>
            </a:extLst>
          </p:cNvPr>
          <p:cNvSpPr/>
          <p:nvPr/>
        </p:nvSpPr>
        <p:spPr>
          <a:xfrm>
            <a:off x="4772066" y="3147875"/>
            <a:ext cx="3366093" cy="670999"/>
          </a:xfrm>
          <a:prstGeom prst="flowChartDecision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i</a:t>
            </a:r>
            <a:r>
              <a:rPr lang="en-US" sz="1200" dirty="0"/>
              <a:t> &gt; </a:t>
            </a:r>
            <a:r>
              <a:rPr lang="en-US" sz="1200" dirty="0" err="1"/>
              <a:t>długość</a:t>
            </a:r>
            <a:r>
              <a:rPr lang="en-US" sz="1200" dirty="0"/>
              <a:t>(</a:t>
            </a:r>
            <a:r>
              <a:rPr lang="en-US" sz="1200" dirty="0" err="1"/>
              <a:t>input_text</a:t>
            </a:r>
            <a:r>
              <a:rPr lang="en-US" sz="1200" dirty="0"/>
              <a:t>)</a:t>
            </a:r>
          </a:p>
        </p:txBody>
      </p:sp>
      <p:sp>
        <p:nvSpPr>
          <p:cNvPr id="15" name="Process 14">
            <a:extLst>
              <a:ext uri="{FF2B5EF4-FFF2-40B4-BE49-F238E27FC236}">
                <a16:creationId xmlns:a16="http://schemas.microsoft.com/office/drawing/2014/main" id="{EEEA6D32-426F-3615-41A4-E0F037E72FC3}"/>
              </a:ext>
            </a:extLst>
          </p:cNvPr>
          <p:cNvSpPr/>
          <p:nvPr/>
        </p:nvSpPr>
        <p:spPr>
          <a:xfrm>
            <a:off x="3021975" y="4142613"/>
            <a:ext cx="2098852" cy="301752"/>
          </a:xfrm>
          <a:prstGeom prst="flowChart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current_char</a:t>
            </a:r>
            <a:r>
              <a:rPr lang="en-US" sz="1200" dirty="0"/>
              <a:t> ← </a:t>
            </a:r>
            <a:r>
              <a:rPr lang="en-US" sz="1200" dirty="0" err="1"/>
              <a:t>input_text</a:t>
            </a:r>
            <a:r>
              <a:rPr lang="en-US" sz="1200" dirty="0"/>
              <a:t>[</a:t>
            </a:r>
            <a:r>
              <a:rPr lang="en-US" sz="1200" dirty="0" err="1"/>
              <a:t>i</a:t>
            </a:r>
            <a:r>
              <a:rPr lang="en-US" sz="1200" dirty="0"/>
              <a:t>]</a:t>
            </a:r>
          </a:p>
        </p:txBody>
      </p:sp>
      <p:sp>
        <p:nvSpPr>
          <p:cNvPr id="16" name="Decision 15">
            <a:extLst>
              <a:ext uri="{FF2B5EF4-FFF2-40B4-BE49-F238E27FC236}">
                <a16:creationId xmlns:a16="http://schemas.microsoft.com/office/drawing/2014/main" id="{4BBFE75C-B229-EE25-F482-992CB5276577}"/>
              </a:ext>
            </a:extLst>
          </p:cNvPr>
          <p:cNvSpPr/>
          <p:nvPr/>
        </p:nvSpPr>
        <p:spPr>
          <a:xfrm>
            <a:off x="2561037" y="4634675"/>
            <a:ext cx="3020728" cy="670999"/>
          </a:xfrm>
          <a:prstGeom prst="flowChartDecision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current_char</a:t>
            </a:r>
            <a:r>
              <a:rPr lang="en-US" sz="1200" dirty="0"/>
              <a:t> &lt;&gt; “;”</a:t>
            </a:r>
          </a:p>
        </p:txBody>
      </p:sp>
      <p:sp>
        <p:nvSpPr>
          <p:cNvPr id="17" name="Process 16">
            <a:extLst>
              <a:ext uri="{FF2B5EF4-FFF2-40B4-BE49-F238E27FC236}">
                <a16:creationId xmlns:a16="http://schemas.microsoft.com/office/drawing/2014/main" id="{197E9AB8-53A7-95B6-103E-A16EB4E9A63D}"/>
              </a:ext>
            </a:extLst>
          </p:cNvPr>
          <p:cNvSpPr/>
          <p:nvPr/>
        </p:nvSpPr>
        <p:spPr>
          <a:xfrm>
            <a:off x="4307706" y="5568847"/>
            <a:ext cx="3546103" cy="301752"/>
          </a:xfrm>
          <a:prstGeom prst="flowChart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partial_number</a:t>
            </a:r>
            <a:r>
              <a:rPr lang="en-US" sz="1200" dirty="0"/>
              <a:t> ← </a:t>
            </a:r>
            <a:r>
              <a:rPr lang="en-US" sz="1200" dirty="0" err="1"/>
              <a:t>partial_number</a:t>
            </a:r>
            <a:r>
              <a:rPr lang="en-US" sz="1200" dirty="0"/>
              <a:t> + </a:t>
            </a:r>
            <a:r>
              <a:rPr lang="en-US" sz="1200" dirty="0" err="1"/>
              <a:t>current_char</a:t>
            </a:r>
            <a:endParaRPr lang="en-US" sz="1200" dirty="0"/>
          </a:p>
        </p:txBody>
      </p:sp>
      <p:sp>
        <p:nvSpPr>
          <p:cNvPr id="18" name="Decision 17">
            <a:extLst>
              <a:ext uri="{FF2B5EF4-FFF2-40B4-BE49-F238E27FC236}">
                <a16:creationId xmlns:a16="http://schemas.microsoft.com/office/drawing/2014/main" id="{086B0474-B20B-0E51-D851-17458C0F0928}"/>
              </a:ext>
            </a:extLst>
          </p:cNvPr>
          <p:cNvSpPr/>
          <p:nvPr/>
        </p:nvSpPr>
        <p:spPr>
          <a:xfrm>
            <a:off x="2423339" y="7166480"/>
            <a:ext cx="3296124" cy="670999"/>
          </a:xfrm>
          <a:prstGeom prst="flowChartDecision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partial_number</a:t>
            </a:r>
            <a:r>
              <a:rPr lang="en-US" sz="1200" dirty="0"/>
              <a:t> = “”</a:t>
            </a:r>
          </a:p>
        </p:txBody>
      </p:sp>
      <p:sp>
        <p:nvSpPr>
          <p:cNvPr id="19" name="Process 18">
            <a:extLst>
              <a:ext uri="{FF2B5EF4-FFF2-40B4-BE49-F238E27FC236}">
                <a16:creationId xmlns:a16="http://schemas.microsoft.com/office/drawing/2014/main" id="{715555B6-E023-7C24-1E6C-0E77E8378DEE}"/>
              </a:ext>
            </a:extLst>
          </p:cNvPr>
          <p:cNvSpPr/>
          <p:nvPr/>
        </p:nvSpPr>
        <p:spPr>
          <a:xfrm>
            <a:off x="2298349" y="8876378"/>
            <a:ext cx="3546103" cy="655753"/>
          </a:xfrm>
          <a:prstGeom prst="flowChart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current_number</a:t>
            </a:r>
            <a:r>
              <a:rPr lang="en-US" sz="1200" dirty="0"/>
              <a:t> ← </a:t>
            </a:r>
            <a:r>
              <a:rPr lang="en-US" sz="1200" dirty="0" err="1"/>
              <a:t>przekonwertuj</a:t>
            </a:r>
            <a:r>
              <a:rPr lang="en-US" sz="1200" dirty="0"/>
              <a:t> </a:t>
            </a:r>
            <a:r>
              <a:rPr lang="en-US" sz="1200" dirty="0" err="1"/>
              <a:t>partial_number</a:t>
            </a:r>
            <a:r>
              <a:rPr lang="en-US" sz="1200" dirty="0"/>
              <a:t> </a:t>
            </a:r>
            <a:r>
              <a:rPr lang="en-US" sz="1200" dirty="0" err="1"/>
              <a:t>na</a:t>
            </a:r>
            <a:r>
              <a:rPr lang="en-US" sz="1200" dirty="0"/>
              <a:t> </a:t>
            </a:r>
            <a:r>
              <a:rPr lang="en-US" sz="1200" dirty="0" err="1"/>
              <a:t>liczbę</a:t>
            </a:r>
            <a:r>
              <a:rPr lang="en-US" sz="1200" dirty="0"/>
              <a:t> </a:t>
            </a:r>
            <a:r>
              <a:rPr lang="en-US" sz="1200" dirty="0" err="1"/>
              <a:t>zmiennoprzecinkową</a:t>
            </a:r>
            <a:endParaRPr lang="en-US" sz="1200" dirty="0"/>
          </a:p>
        </p:txBody>
      </p:sp>
      <p:sp>
        <p:nvSpPr>
          <p:cNvPr id="20" name="Decision 19">
            <a:extLst>
              <a:ext uri="{FF2B5EF4-FFF2-40B4-BE49-F238E27FC236}">
                <a16:creationId xmlns:a16="http://schemas.microsoft.com/office/drawing/2014/main" id="{8FB16CB4-C321-5F7E-FDE9-3AC28B26A612}"/>
              </a:ext>
            </a:extLst>
          </p:cNvPr>
          <p:cNvSpPr/>
          <p:nvPr/>
        </p:nvSpPr>
        <p:spPr>
          <a:xfrm>
            <a:off x="1748310" y="9790751"/>
            <a:ext cx="4646179" cy="1161930"/>
          </a:xfrm>
          <a:prstGeom prst="flowChartDecision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max_number</a:t>
            </a:r>
            <a:r>
              <a:rPr lang="en-US" sz="1200" dirty="0"/>
              <a:t> = BRAK</a:t>
            </a:r>
          </a:p>
          <a:p>
            <a:pPr algn="ctr"/>
            <a:r>
              <a:rPr lang="en-US" sz="1200" dirty="0" err="1"/>
              <a:t>lub</a:t>
            </a:r>
            <a:endParaRPr lang="en-US" sz="1200" dirty="0"/>
          </a:p>
          <a:p>
            <a:pPr algn="ctr"/>
            <a:r>
              <a:rPr lang="en-US" sz="1200" dirty="0" err="1"/>
              <a:t>current_number</a:t>
            </a:r>
            <a:r>
              <a:rPr lang="en-US" sz="1200" dirty="0"/>
              <a:t> &gt; </a:t>
            </a:r>
            <a:r>
              <a:rPr lang="en-US" sz="1200" dirty="0" err="1"/>
              <a:t>max_number</a:t>
            </a:r>
            <a:endParaRPr lang="en-US" sz="1200" dirty="0"/>
          </a:p>
        </p:txBody>
      </p:sp>
      <p:sp>
        <p:nvSpPr>
          <p:cNvPr id="21" name="Process 20">
            <a:extLst>
              <a:ext uri="{FF2B5EF4-FFF2-40B4-BE49-F238E27FC236}">
                <a16:creationId xmlns:a16="http://schemas.microsoft.com/office/drawing/2014/main" id="{F8510BCD-8A91-0CC0-B63D-79C85CAB56FC}"/>
              </a:ext>
            </a:extLst>
          </p:cNvPr>
          <p:cNvSpPr/>
          <p:nvPr/>
        </p:nvSpPr>
        <p:spPr>
          <a:xfrm>
            <a:off x="5252609" y="11165491"/>
            <a:ext cx="2422673" cy="409902"/>
          </a:xfrm>
          <a:prstGeom prst="flowChart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max_number</a:t>
            </a:r>
            <a:r>
              <a:rPr lang="en-US" sz="1200" dirty="0"/>
              <a:t> ← </a:t>
            </a:r>
            <a:r>
              <a:rPr lang="en-US" sz="1200" dirty="0" err="1"/>
              <a:t>current_number</a:t>
            </a:r>
            <a:endParaRPr lang="en-US" sz="1200" dirty="0"/>
          </a:p>
        </p:txBody>
      </p:sp>
      <p:sp>
        <p:nvSpPr>
          <p:cNvPr id="22" name="Process 21">
            <a:extLst>
              <a:ext uri="{FF2B5EF4-FFF2-40B4-BE49-F238E27FC236}">
                <a16:creationId xmlns:a16="http://schemas.microsoft.com/office/drawing/2014/main" id="{96A3DACE-16BA-573B-8F8B-B0506441F0FB}"/>
              </a:ext>
            </a:extLst>
          </p:cNvPr>
          <p:cNvSpPr/>
          <p:nvPr/>
        </p:nvSpPr>
        <p:spPr>
          <a:xfrm>
            <a:off x="3184873" y="11995789"/>
            <a:ext cx="1773053" cy="409902"/>
          </a:xfrm>
          <a:prstGeom prst="flowChart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partial_number</a:t>
            </a:r>
            <a:r>
              <a:rPr lang="en-US" sz="1200" dirty="0"/>
              <a:t> ← ””</a:t>
            </a:r>
            <a:br>
              <a:rPr lang="en-US" sz="1200" dirty="0"/>
            </a:br>
            <a:r>
              <a:rPr lang="en-US" sz="1200" dirty="0" err="1"/>
              <a:t>i</a:t>
            </a:r>
            <a:r>
              <a:rPr lang="en-US" sz="1200" dirty="0"/>
              <a:t> ← </a:t>
            </a:r>
            <a:r>
              <a:rPr lang="en-US" sz="1200" dirty="0" err="1"/>
              <a:t>i</a:t>
            </a:r>
            <a:r>
              <a:rPr lang="en-US" sz="1200" dirty="0"/>
              <a:t> + 1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0AA48CF3-4E40-68C7-22EA-7380D4742409}"/>
              </a:ext>
            </a:extLst>
          </p:cNvPr>
          <p:cNvCxnSpPr>
            <a:cxnSpLocks/>
            <a:stCxn id="13" idx="2"/>
            <a:endCxn id="14" idx="0"/>
          </p:cNvCxnSpPr>
          <p:nvPr/>
        </p:nvCxnSpPr>
        <p:spPr>
          <a:xfrm>
            <a:off x="6451554" y="2970948"/>
            <a:ext cx="3559" cy="1769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Elbow Connector 33">
            <a:extLst>
              <a:ext uri="{FF2B5EF4-FFF2-40B4-BE49-F238E27FC236}">
                <a16:creationId xmlns:a16="http://schemas.microsoft.com/office/drawing/2014/main" id="{D1FA001B-6669-C168-2C02-9D8506B7CFBA}"/>
              </a:ext>
            </a:extLst>
          </p:cNvPr>
          <p:cNvCxnSpPr>
            <a:cxnSpLocks/>
            <a:stCxn id="14" idx="1"/>
            <a:endCxn id="15" idx="0"/>
          </p:cNvCxnSpPr>
          <p:nvPr/>
        </p:nvCxnSpPr>
        <p:spPr>
          <a:xfrm rot="10800000" flipV="1">
            <a:off x="4071402" y="3483375"/>
            <a:ext cx="700665" cy="659238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967BDAF1-BDBF-778E-8AA1-7E3DA17F5702}"/>
              </a:ext>
            </a:extLst>
          </p:cNvPr>
          <p:cNvSpPr txBox="1"/>
          <p:nvPr/>
        </p:nvSpPr>
        <p:spPr>
          <a:xfrm>
            <a:off x="4342640" y="3168222"/>
            <a:ext cx="5226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nie</a:t>
            </a:r>
            <a:endParaRPr lang="en-US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37D22EB-C4A9-9709-22C6-ADECEA8CDB5C}"/>
              </a:ext>
            </a:extLst>
          </p:cNvPr>
          <p:cNvSpPr txBox="1"/>
          <p:nvPr/>
        </p:nvSpPr>
        <p:spPr>
          <a:xfrm>
            <a:off x="5559297" y="4616789"/>
            <a:ext cx="777649" cy="6241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tak</a:t>
            </a:r>
            <a:endParaRPr lang="en-US" dirty="0"/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A38E889B-8723-D76A-AA33-269FEC2B517E}"/>
              </a:ext>
            </a:extLst>
          </p:cNvPr>
          <p:cNvCxnSpPr>
            <a:stCxn id="15" idx="2"/>
            <a:endCxn id="16" idx="0"/>
          </p:cNvCxnSpPr>
          <p:nvPr/>
        </p:nvCxnSpPr>
        <p:spPr>
          <a:xfrm>
            <a:off x="4071401" y="4444365"/>
            <a:ext cx="0" cy="19031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Elbow Connector 39">
            <a:extLst>
              <a:ext uri="{FF2B5EF4-FFF2-40B4-BE49-F238E27FC236}">
                <a16:creationId xmlns:a16="http://schemas.microsoft.com/office/drawing/2014/main" id="{FA1B356C-2511-49BD-5E6B-E99F20E409A8}"/>
              </a:ext>
            </a:extLst>
          </p:cNvPr>
          <p:cNvCxnSpPr>
            <a:stCxn id="16" idx="3"/>
            <a:endCxn id="17" idx="0"/>
          </p:cNvCxnSpPr>
          <p:nvPr/>
        </p:nvCxnSpPr>
        <p:spPr>
          <a:xfrm>
            <a:off x="5581765" y="4970175"/>
            <a:ext cx="498993" cy="59867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7DF290BE-29B7-A67E-1937-93600B298425}"/>
              </a:ext>
            </a:extLst>
          </p:cNvPr>
          <p:cNvSpPr txBox="1"/>
          <p:nvPr/>
        </p:nvSpPr>
        <p:spPr>
          <a:xfrm>
            <a:off x="2098278" y="4600841"/>
            <a:ext cx="4876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nie</a:t>
            </a:r>
            <a:endParaRPr lang="en-US" dirty="0"/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5A64565F-5E8A-9613-D618-2A7A96B11039}"/>
              </a:ext>
            </a:extLst>
          </p:cNvPr>
          <p:cNvCxnSpPr>
            <a:stCxn id="12" idx="4"/>
            <a:endCxn id="13" idx="0"/>
          </p:cNvCxnSpPr>
          <p:nvPr/>
        </p:nvCxnSpPr>
        <p:spPr>
          <a:xfrm flipH="1">
            <a:off x="6451554" y="1792312"/>
            <a:ext cx="2" cy="18659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6CCA6863-5CAE-249B-E7F3-1C3CE4BFEF5B}"/>
              </a:ext>
            </a:extLst>
          </p:cNvPr>
          <p:cNvCxnSpPr>
            <a:stCxn id="11" idx="2"/>
            <a:endCxn id="12" idx="1"/>
          </p:cNvCxnSpPr>
          <p:nvPr/>
        </p:nvCxnSpPr>
        <p:spPr>
          <a:xfrm>
            <a:off x="6451554" y="1303967"/>
            <a:ext cx="2" cy="18659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Elbow Connector 63">
            <a:extLst>
              <a:ext uri="{FF2B5EF4-FFF2-40B4-BE49-F238E27FC236}">
                <a16:creationId xmlns:a16="http://schemas.microsoft.com/office/drawing/2014/main" id="{1751E79C-0778-C525-B190-D4C70441F4D5}"/>
              </a:ext>
            </a:extLst>
          </p:cNvPr>
          <p:cNvCxnSpPr>
            <a:stCxn id="16" idx="1"/>
            <a:endCxn id="18" idx="0"/>
          </p:cNvCxnSpPr>
          <p:nvPr/>
        </p:nvCxnSpPr>
        <p:spPr>
          <a:xfrm rot="10800000" flipH="1" flipV="1">
            <a:off x="2561037" y="4970174"/>
            <a:ext cx="1510364" cy="2196305"/>
          </a:xfrm>
          <a:prstGeom prst="bentConnector4">
            <a:avLst>
              <a:gd name="adj1" fmla="val -33298"/>
              <a:gd name="adj2" fmla="val 86435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Elbow Connector 66">
            <a:extLst>
              <a:ext uri="{FF2B5EF4-FFF2-40B4-BE49-F238E27FC236}">
                <a16:creationId xmlns:a16="http://schemas.microsoft.com/office/drawing/2014/main" id="{B8336EC5-6FCA-9FB6-5AEC-4BF8BA4B268B}"/>
              </a:ext>
            </a:extLst>
          </p:cNvPr>
          <p:cNvCxnSpPr>
            <a:cxnSpLocks/>
            <a:stCxn id="17" idx="2"/>
            <a:endCxn id="14" idx="2"/>
          </p:cNvCxnSpPr>
          <p:nvPr/>
        </p:nvCxnSpPr>
        <p:spPr>
          <a:xfrm rot="5400000" flipH="1" flipV="1">
            <a:off x="5242072" y="4657559"/>
            <a:ext cx="2051725" cy="374355"/>
          </a:xfrm>
          <a:prstGeom prst="bentConnector5">
            <a:avLst>
              <a:gd name="adj1" fmla="val -44450"/>
              <a:gd name="adj2" fmla="val 547764"/>
              <a:gd name="adj3" fmla="val 57354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Elbow Connector 102">
            <a:extLst>
              <a:ext uri="{FF2B5EF4-FFF2-40B4-BE49-F238E27FC236}">
                <a16:creationId xmlns:a16="http://schemas.microsoft.com/office/drawing/2014/main" id="{E2416494-2AFE-CDD0-33AB-E1D029212B3E}"/>
              </a:ext>
            </a:extLst>
          </p:cNvPr>
          <p:cNvCxnSpPr>
            <a:stCxn id="18" idx="3"/>
          </p:cNvCxnSpPr>
          <p:nvPr/>
        </p:nvCxnSpPr>
        <p:spPr>
          <a:xfrm flipV="1">
            <a:off x="5719463" y="6781800"/>
            <a:ext cx="2418697" cy="720180"/>
          </a:xfrm>
          <a:prstGeom prst="bentConnector3">
            <a:avLst>
              <a:gd name="adj1" fmla="val 100407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TextBox 104">
            <a:extLst>
              <a:ext uri="{FF2B5EF4-FFF2-40B4-BE49-F238E27FC236}">
                <a16:creationId xmlns:a16="http://schemas.microsoft.com/office/drawing/2014/main" id="{53A905A3-E41C-DB07-4B09-5162C7AD1CFB}"/>
              </a:ext>
            </a:extLst>
          </p:cNvPr>
          <p:cNvSpPr txBox="1"/>
          <p:nvPr/>
        </p:nvSpPr>
        <p:spPr>
          <a:xfrm>
            <a:off x="5686297" y="7139855"/>
            <a:ext cx="777649" cy="6241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tak</a:t>
            </a:r>
            <a:endParaRPr lang="en-US" dirty="0"/>
          </a:p>
        </p:txBody>
      </p:sp>
      <p:cxnSp>
        <p:nvCxnSpPr>
          <p:cNvPr id="107" name="Elbow Connector 106">
            <a:extLst>
              <a:ext uri="{FF2B5EF4-FFF2-40B4-BE49-F238E27FC236}">
                <a16:creationId xmlns:a16="http://schemas.microsoft.com/office/drawing/2014/main" id="{68EE50BF-72B2-7793-B44D-DBEA410E3D67}"/>
              </a:ext>
            </a:extLst>
          </p:cNvPr>
          <p:cNvCxnSpPr>
            <a:stCxn id="18" idx="1"/>
            <a:endCxn id="19" idx="0"/>
          </p:cNvCxnSpPr>
          <p:nvPr/>
        </p:nvCxnSpPr>
        <p:spPr>
          <a:xfrm rot="10800000" flipH="1" flipV="1">
            <a:off x="2423339" y="7501980"/>
            <a:ext cx="1648062" cy="1374398"/>
          </a:xfrm>
          <a:prstGeom prst="bentConnector4">
            <a:avLst>
              <a:gd name="adj1" fmla="val -21577"/>
              <a:gd name="adj2" fmla="val 62205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C31041CC-71B3-8ED3-28DC-93BD0E1FFE0B}"/>
              </a:ext>
            </a:extLst>
          </p:cNvPr>
          <p:cNvSpPr txBox="1"/>
          <p:nvPr/>
        </p:nvSpPr>
        <p:spPr>
          <a:xfrm>
            <a:off x="2047478" y="7123908"/>
            <a:ext cx="4876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nie</a:t>
            </a:r>
            <a:endParaRPr lang="en-US" dirty="0"/>
          </a:p>
        </p:txBody>
      </p: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49C03E18-3476-F076-6CD0-D259ACF7CE5E}"/>
              </a:ext>
            </a:extLst>
          </p:cNvPr>
          <p:cNvCxnSpPr>
            <a:stCxn id="19" idx="2"/>
            <a:endCxn id="20" idx="0"/>
          </p:cNvCxnSpPr>
          <p:nvPr/>
        </p:nvCxnSpPr>
        <p:spPr>
          <a:xfrm flipH="1">
            <a:off x="4071400" y="9532131"/>
            <a:ext cx="1" cy="2586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Elbow Connector 112">
            <a:extLst>
              <a:ext uri="{FF2B5EF4-FFF2-40B4-BE49-F238E27FC236}">
                <a16:creationId xmlns:a16="http://schemas.microsoft.com/office/drawing/2014/main" id="{1130B15E-289C-3405-485E-2793A85BB914}"/>
              </a:ext>
            </a:extLst>
          </p:cNvPr>
          <p:cNvCxnSpPr>
            <a:stCxn id="20" idx="3"/>
            <a:endCxn id="21" idx="0"/>
          </p:cNvCxnSpPr>
          <p:nvPr/>
        </p:nvCxnSpPr>
        <p:spPr>
          <a:xfrm>
            <a:off x="6394489" y="10371716"/>
            <a:ext cx="69457" cy="793775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TextBox 113">
            <a:extLst>
              <a:ext uri="{FF2B5EF4-FFF2-40B4-BE49-F238E27FC236}">
                <a16:creationId xmlns:a16="http://schemas.microsoft.com/office/drawing/2014/main" id="{28FEF9F7-1F90-0F96-6D6E-F6F1D090D628}"/>
              </a:ext>
            </a:extLst>
          </p:cNvPr>
          <p:cNvSpPr txBox="1"/>
          <p:nvPr/>
        </p:nvSpPr>
        <p:spPr>
          <a:xfrm>
            <a:off x="6488674" y="10328536"/>
            <a:ext cx="777649" cy="6241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tak</a:t>
            </a:r>
            <a:endParaRPr lang="en-US" dirty="0"/>
          </a:p>
        </p:txBody>
      </p:sp>
      <p:cxnSp>
        <p:nvCxnSpPr>
          <p:cNvPr id="116" name="Elbow Connector 115">
            <a:extLst>
              <a:ext uri="{FF2B5EF4-FFF2-40B4-BE49-F238E27FC236}">
                <a16:creationId xmlns:a16="http://schemas.microsoft.com/office/drawing/2014/main" id="{8AC111ED-972A-0B28-1620-B0236A53BBAA}"/>
              </a:ext>
            </a:extLst>
          </p:cNvPr>
          <p:cNvCxnSpPr>
            <a:stCxn id="21" idx="2"/>
            <a:endCxn id="22" idx="0"/>
          </p:cNvCxnSpPr>
          <p:nvPr/>
        </p:nvCxnSpPr>
        <p:spPr>
          <a:xfrm rot="5400000">
            <a:off x="5057475" y="10589318"/>
            <a:ext cx="420396" cy="2392546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Elbow Connector 117">
            <a:extLst>
              <a:ext uri="{FF2B5EF4-FFF2-40B4-BE49-F238E27FC236}">
                <a16:creationId xmlns:a16="http://schemas.microsoft.com/office/drawing/2014/main" id="{DD86C0FE-C30A-841E-0DA3-015C928A6936}"/>
              </a:ext>
            </a:extLst>
          </p:cNvPr>
          <p:cNvCxnSpPr>
            <a:stCxn id="20" idx="1"/>
            <a:endCxn id="22" idx="0"/>
          </p:cNvCxnSpPr>
          <p:nvPr/>
        </p:nvCxnSpPr>
        <p:spPr>
          <a:xfrm rot="10800000" flipH="1" flipV="1">
            <a:off x="1748310" y="10371715"/>
            <a:ext cx="2323090" cy="1624073"/>
          </a:xfrm>
          <a:prstGeom prst="bentConnector4">
            <a:avLst>
              <a:gd name="adj1" fmla="val -9840"/>
              <a:gd name="adj2" fmla="val 67886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TextBox 119">
            <a:extLst>
              <a:ext uri="{FF2B5EF4-FFF2-40B4-BE49-F238E27FC236}">
                <a16:creationId xmlns:a16="http://schemas.microsoft.com/office/drawing/2014/main" id="{34959323-525A-0751-05B5-DB9A49C27AC9}"/>
              </a:ext>
            </a:extLst>
          </p:cNvPr>
          <p:cNvSpPr txBox="1"/>
          <p:nvPr/>
        </p:nvSpPr>
        <p:spPr>
          <a:xfrm>
            <a:off x="1463921" y="9972702"/>
            <a:ext cx="4876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nie</a:t>
            </a:r>
            <a:endParaRPr lang="en-US" dirty="0"/>
          </a:p>
        </p:txBody>
      </p:sp>
      <p:cxnSp>
        <p:nvCxnSpPr>
          <p:cNvPr id="138" name="Elbow Connector 137">
            <a:extLst>
              <a:ext uri="{FF2B5EF4-FFF2-40B4-BE49-F238E27FC236}">
                <a16:creationId xmlns:a16="http://schemas.microsoft.com/office/drawing/2014/main" id="{73BAC087-6A13-4F00-CF03-B4E40BAEA39D}"/>
              </a:ext>
            </a:extLst>
          </p:cNvPr>
          <p:cNvCxnSpPr>
            <a:cxnSpLocks/>
            <a:stCxn id="22" idx="2"/>
          </p:cNvCxnSpPr>
          <p:nvPr/>
        </p:nvCxnSpPr>
        <p:spPr>
          <a:xfrm rot="5400000" flipH="1" flipV="1">
            <a:off x="3627898" y="7895430"/>
            <a:ext cx="4953762" cy="4066759"/>
          </a:xfrm>
          <a:prstGeom prst="bentConnector3">
            <a:avLst>
              <a:gd name="adj1" fmla="val -4615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7" name="Data 146">
            <a:extLst>
              <a:ext uri="{FF2B5EF4-FFF2-40B4-BE49-F238E27FC236}">
                <a16:creationId xmlns:a16="http://schemas.microsoft.com/office/drawing/2014/main" id="{1CA3AAFF-A25E-2A25-0C69-3CEB2C520F5E}"/>
              </a:ext>
            </a:extLst>
          </p:cNvPr>
          <p:cNvSpPr/>
          <p:nvPr/>
        </p:nvSpPr>
        <p:spPr>
          <a:xfrm>
            <a:off x="9480248" y="4369971"/>
            <a:ext cx="3061711" cy="301752"/>
          </a:xfrm>
          <a:prstGeom prst="flowChartInputOutpu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Wypisz</a:t>
            </a:r>
            <a:r>
              <a:rPr lang="en-US" sz="1200" dirty="0"/>
              <a:t> </a:t>
            </a:r>
            <a:r>
              <a:rPr lang="en-US" sz="1200" dirty="0" err="1"/>
              <a:t>max_number</a:t>
            </a:r>
            <a:endParaRPr lang="en-US" sz="1200" dirty="0"/>
          </a:p>
        </p:txBody>
      </p:sp>
      <p:cxnSp>
        <p:nvCxnSpPr>
          <p:cNvPr id="149" name="Elbow Connector 148">
            <a:extLst>
              <a:ext uri="{FF2B5EF4-FFF2-40B4-BE49-F238E27FC236}">
                <a16:creationId xmlns:a16="http://schemas.microsoft.com/office/drawing/2014/main" id="{47B5BC91-69EB-5E51-A598-D9DA133EAE69}"/>
              </a:ext>
            </a:extLst>
          </p:cNvPr>
          <p:cNvCxnSpPr>
            <a:cxnSpLocks/>
            <a:stCxn id="14" idx="3"/>
            <a:endCxn id="147" idx="1"/>
          </p:cNvCxnSpPr>
          <p:nvPr/>
        </p:nvCxnSpPr>
        <p:spPr>
          <a:xfrm>
            <a:off x="8138159" y="3483375"/>
            <a:ext cx="2872945" cy="886596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0" name="TextBox 149">
            <a:extLst>
              <a:ext uri="{FF2B5EF4-FFF2-40B4-BE49-F238E27FC236}">
                <a16:creationId xmlns:a16="http://schemas.microsoft.com/office/drawing/2014/main" id="{3A3B7012-071A-1899-1675-19813858EC31}"/>
              </a:ext>
            </a:extLst>
          </p:cNvPr>
          <p:cNvSpPr txBox="1"/>
          <p:nvPr/>
        </p:nvSpPr>
        <p:spPr>
          <a:xfrm>
            <a:off x="8188102" y="3054578"/>
            <a:ext cx="777649" cy="6241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tak</a:t>
            </a:r>
            <a:endParaRPr lang="en-US" dirty="0"/>
          </a:p>
        </p:txBody>
      </p:sp>
      <p:sp>
        <p:nvSpPr>
          <p:cNvPr id="153" name="Terminator 152">
            <a:extLst>
              <a:ext uri="{FF2B5EF4-FFF2-40B4-BE49-F238E27FC236}">
                <a16:creationId xmlns:a16="http://schemas.microsoft.com/office/drawing/2014/main" id="{90CA239F-E436-4E35-7421-A739E7345B29}"/>
              </a:ext>
            </a:extLst>
          </p:cNvPr>
          <p:cNvSpPr/>
          <p:nvPr/>
        </p:nvSpPr>
        <p:spPr>
          <a:xfrm>
            <a:off x="10553904" y="4860214"/>
            <a:ext cx="914400" cy="301752"/>
          </a:xfrm>
          <a:prstGeom prst="flowChartTerminator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Zakończ</a:t>
            </a:r>
            <a:endParaRPr lang="en-US" sz="1200" dirty="0"/>
          </a:p>
        </p:txBody>
      </p:sp>
      <p:cxnSp>
        <p:nvCxnSpPr>
          <p:cNvPr id="155" name="Straight Arrow Connector 154">
            <a:extLst>
              <a:ext uri="{FF2B5EF4-FFF2-40B4-BE49-F238E27FC236}">
                <a16:creationId xmlns:a16="http://schemas.microsoft.com/office/drawing/2014/main" id="{4DD8E43C-8C74-8BE8-360C-A5DAFBFCC76D}"/>
              </a:ext>
            </a:extLst>
          </p:cNvPr>
          <p:cNvCxnSpPr>
            <a:cxnSpLocks/>
            <a:stCxn id="147" idx="4"/>
            <a:endCxn id="153" idx="0"/>
          </p:cNvCxnSpPr>
          <p:nvPr/>
        </p:nvCxnSpPr>
        <p:spPr>
          <a:xfrm>
            <a:off x="11011104" y="4671723"/>
            <a:ext cx="0" cy="18849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</p:spTree>
    <p:extLst>
      <p:ext uri="{BB962C8B-B14F-4D97-AF65-F5344CB8AC3E}">
        <p14:creationId xmlns:p14="http://schemas.microsoft.com/office/powerpoint/2010/main" val="132799770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114</TotalTime>
  <Words>122</Words>
  <Application>Microsoft Macintosh PowerPoint</Application>
  <PresentationFormat>Custom</PresentationFormat>
  <Paragraphs>27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Bartosz Bieniek (bb315945)</dc:creator>
  <cp:lastModifiedBy>Bartosz Bieniek (bb315945)</cp:lastModifiedBy>
  <cp:revision>4</cp:revision>
  <dcterms:created xsi:type="dcterms:W3CDTF">2025-11-02T23:03:09Z</dcterms:created>
  <dcterms:modified xsi:type="dcterms:W3CDTF">2025-11-03T00:59:53Z</dcterms:modified>
</cp:coreProperties>
</file>