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7" r:id="rId2"/>
  </p:sldIdLst>
  <p:sldSz cx="22860000" cy="2286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29"/>
    <p:restoredTop sz="94557"/>
  </p:normalViewPr>
  <p:slideViewPr>
    <p:cSldViewPr snapToGrid="0">
      <p:cViewPr>
        <p:scale>
          <a:sx n="34" d="100"/>
          <a:sy n="34" d="100"/>
        </p:scale>
        <p:origin x="2984" y="1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0" y="3741210"/>
            <a:ext cx="19431000" cy="7958667"/>
          </a:xfrm>
        </p:spPr>
        <p:txBody>
          <a:bodyPr anchor="b"/>
          <a:lstStyle>
            <a:lvl1pPr algn="ctr">
              <a:defRPr sz="1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0" y="12006793"/>
            <a:ext cx="17145000" cy="5519207"/>
          </a:xfrm>
        </p:spPr>
        <p:txBody>
          <a:bodyPr/>
          <a:lstStyle>
            <a:lvl1pPr marL="0" indent="0" algn="ctr">
              <a:buNone/>
              <a:defRPr sz="6000"/>
            </a:lvl1pPr>
            <a:lvl2pPr marL="1143000" indent="0" algn="ctr">
              <a:buNone/>
              <a:defRPr sz="5000"/>
            </a:lvl2pPr>
            <a:lvl3pPr marL="2286000" indent="0" algn="ctr">
              <a:buNone/>
              <a:defRPr sz="4500"/>
            </a:lvl3pPr>
            <a:lvl4pPr marL="3429000" indent="0" algn="ctr">
              <a:buNone/>
              <a:defRPr sz="4000"/>
            </a:lvl4pPr>
            <a:lvl5pPr marL="4572000" indent="0" algn="ctr">
              <a:buNone/>
              <a:defRPr sz="4000"/>
            </a:lvl5pPr>
            <a:lvl6pPr marL="5715000" indent="0" algn="ctr">
              <a:buNone/>
              <a:defRPr sz="4000"/>
            </a:lvl6pPr>
            <a:lvl7pPr marL="6858000" indent="0" algn="ctr">
              <a:buNone/>
              <a:defRPr sz="4000"/>
            </a:lvl7pPr>
            <a:lvl8pPr marL="8001000" indent="0" algn="ctr">
              <a:buNone/>
              <a:defRPr sz="4000"/>
            </a:lvl8pPr>
            <a:lvl9pPr marL="9144000" indent="0" algn="ctr"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250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881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720" y="5699132"/>
            <a:ext cx="19716750" cy="9509123"/>
          </a:xfrm>
        </p:spPr>
        <p:txBody>
          <a:bodyPr anchor="b"/>
          <a:lstStyle>
            <a:lvl1pPr>
              <a:defRPr sz="1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9720" y="15298215"/>
            <a:ext cx="19716750" cy="5000623"/>
          </a:xfrm>
        </p:spPr>
        <p:txBody>
          <a:bodyPr/>
          <a:lstStyle>
            <a:lvl1pPr marL="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1pPr>
            <a:lvl2pPr marL="1143000" indent="0">
              <a:buNone/>
              <a:defRPr sz="5000">
                <a:solidFill>
                  <a:schemeClr val="tx1">
                    <a:tint val="82000"/>
                  </a:schemeClr>
                </a:solidFill>
              </a:defRPr>
            </a:lvl2pPr>
            <a:lvl3pPr marL="2286000" indent="0">
              <a:buNone/>
              <a:defRPr sz="4500">
                <a:solidFill>
                  <a:schemeClr val="tx1">
                    <a:tint val="82000"/>
                  </a:schemeClr>
                </a:solidFill>
              </a:defRPr>
            </a:lvl3pPr>
            <a:lvl4pPr marL="3429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4pPr>
            <a:lvl5pPr marL="4572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5pPr>
            <a:lvl6pPr marL="5715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6pPr>
            <a:lvl7pPr marL="6858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7pPr>
            <a:lvl8pPr marL="8001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8pPr>
            <a:lvl9pPr marL="9144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470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1625" y="6085417"/>
            <a:ext cx="9715500" cy="145044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72875" y="6085417"/>
            <a:ext cx="9715500" cy="145044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138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2" y="1217088"/>
            <a:ext cx="19716750" cy="44185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4605" y="5603877"/>
            <a:ext cx="9670850" cy="2746373"/>
          </a:xfrm>
        </p:spPr>
        <p:txBody>
          <a:bodyPr anchor="b"/>
          <a:lstStyle>
            <a:lvl1pPr marL="0" indent="0">
              <a:buNone/>
              <a:defRPr sz="6000" b="1"/>
            </a:lvl1pPr>
            <a:lvl2pPr marL="1143000" indent="0">
              <a:buNone/>
              <a:defRPr sz="5000" b="1"/>
            </a:lvl2pPr>
            <a:lvl3pPr marL="2286000" indent="0">
              <a:buNone/>
              <a:defRPr sz="4500" b="1"/>
            </a:lvl3pPr>
            <a:lvl4pPr marL="3429000" indent="0">
              <a:buNone/>
              <a:defRPr sz="4000" b="1"/>
            </a:lvl4pPr>
            <a:lvl5pPr marL="4572000" indent="0">
              <a:buNone/>
              <a:defRPr sz="4000" b="1"/>
            </a:lvl5pPr>
            <a:lvl6pPr marL="5715000" indent="0">
              <a:buNone/>
              <a:defRPr sz="4000" b="1"/>
            </a:lvl6pPr>
            <a:lvl7pPr marL="6858000" indent="0">
              <a:buNone/>
              <a:defRPr sz="4000" b="1"/>
            </a:lvl7pPr>
            <a:lvl8pPr marL="8001000" indent="0">
              <a:buNone/>
              <a:defRPr sz="4000" b="1"/>
            </a:lvl8pPr>
            <a:lvl9pPr marL="9144000" indent="0">
              <a:buNone/>
              <a:defRPr sz="4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74605" y="8350250"/>
            <a:ext cx="9670850" cy="1228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572876" y="5603877"/>
            <a:ext cx="9718478" cy="2746373"/>
          </a:xfrm>
        </p:spPr>
        <p:txBody>
          <a:bodyPr anchor="b"/>
          <a:lstStyle>
            <a:lvl1pPr marL="0" indent="0">
              <a:buNone/>
              <a:defRPr sz="6000" b="1"/>
            </a:lvl1pPr>
            <a:lvl2pPr marL="1143000" indent="0">
              <a:buNone/>
              <a:defRPr sz="5000" b="1"/>
            </a:lvl2pPr>
            <a:lvl3pPr marL="2286000" indent="0">
              <a:buNone/>
              <a:defRPr sz="4500" b="1"/>
            </a:lvl3pPr>
            <a:lvl4pPr marL="3429000" indent="0">
              <a:buNone/>
              <a:defRPr sz="4000" b="1"/>
            </a:lvl4pPr>
            <a:lvl5pPr marL="4572000" indent="0">
              <a:buNone/>
              <a:defRPr sz="4000" b="1"/>
            </a:lvl5pPr>
            <a:lvl6pPr marL="5715000" indent="0">
              <a:buNone/>
              <a:defRPr sz="4000" b="1"/>
            </a:lvl6pPr>
            <a:lvl7pPr marL="6858000" indent="0">
              <a:buNone/>
              <a:defRPr sz="4000" b="1"/>
            </a:lvl7pPr>
            <a:lvl8pPr marL="8001000" indent="0">
              <a:buNone/>
              <a:defRPr sz="4000" b="1"/>
            </a:lvl8pPr>
            <a:lvl9pPr marL="9144000" indent="0">
              <a:buNone/>
              <a:defRPr sz="4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572876" y="8350250"/>
            <a:ext cx="9718478" cy="1228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09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055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472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3" y="1524000"/>
            <a:ext cx="7372945" cy="5334000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8477" y="3291421"/>
            <a:ext cx="11572875" cy="16245417"/>
          </a:xfrm>
        </p:spPr>
        <p:txBody>
          <a:bodyPr/>
          <a:lstStyle>
            <a:lvl1pPr>
              <a:defRPr sz="8000"/>
            </a:lvl1pPr>
            <a:lvl2pPr>
              <a:defRPr sz="7000"/>
            </a:lvl2pPr>
            <a:lvl3pPr>
              <a:defRPr sz="6000"/>
            </a:lvl3pPr>
            <a:lvl4pPr>
              <a:defRPr sz="5000"/>
            </a:lvl4pPr>
            <a:lvl5pPr>
              <a:defRPr sz="5000"/>
            </a:lvl5pPr>
            <a:lvl6pPr>
              <a:defRPr sz="5000"/>
            </a:lvl6pPr>
            <a:lvl7pPr>
              <a:defRPr sz="5000"/>
            </a:lvl7pPr>
            <a:lvl8pPr>
              <a:defRPr sz="5000"/>
            </a:lvl8pPr>
            <a:lvl9pPr>
              <a:defRPr sz="5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3" y="6858000"/>
            <a:ext cx="7372945" cy="12705293"/>
          </a:xfrm>
        </p:spPr>
        <p:txBody>
          <a:bodyPr/>
          <a:lstStyle>
            <a:lvl1pPr marL="0" indent="0">
              <a:buNone/>
              <a:defRPr sz="4000"/>
            </a:lvl1pPr>
            <a:lvl2pPr marL="1143000" indent="0">
              <a:buNone/>
              <a:defRPr sz="3500"/>
            </a:lvl2pPr>
            <a:lvl3pPr marL="2286000" indent="0">
              <a:buNone/>
              <a:defRPr sz="3000"/>
            </a:lvl3pPr>
            <a:lvl4pPr marL="3429000" indent="0">
              <a:buNone/>
              <a:defRPr sz="2500"/>
            </a:lvl4pPr>
            <a:lvl5pPr marL="4572000" indent="0">
              <a:buNone/>
              <a:defRPr sz="2500"/>
            </a:lvl5pPr>
            <a:lvl6pPr marL="5715000" indent="0">
              <a:buNone/>
              <a:defRPr sz="2500"/>
            </a:lvl6pPr>
            <a:lvl7pPr marL="6858000" indent="0">
              <a:buNone/>
              <a:defRPr sz="2500"/>
            </a:lvl7pPr>
            <a:lvl8pPr marL="8001000" indent="0">
              <a:buNone/>
              <a:defRPr sz="2500"/>
            </a:lvl8pPr>
            <a:lvl9pPr marL="9144000" indent="0">
              <a:buNone/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353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3" y="1524000"/>
            <a:ext cx="7372945" cy="5334000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8477" y="3291421"/>
            <a:ext cx="11572875" cy="16245417"/>
          </a:xfrm>
        </p:spPr>
        <p:txBody>
          <a:bodyPr anchor="t"/>
          <a:lstStyle>
            <a:lvl1pPr marL="0" indent="0">
              <a:buNone/>
              <a:defRPr sz="8000"/>
            </a:lvl1pPr>
            <a:lvl2pPr marL="1143000" indent="0">
              <a:buNone/>
              <a:defRPr sz="7000"/>
            </a:lvl2pPr>
            <a:lvl3pPr marL="2286000" indent="0">
              <a:buNone/>
              <a:defRPr sz="6000"/>
            </a:lvl3pPr>
            <a:lvl4pPr marL="3429000" indent="0">
              <a:buNone/>
              <a:defRPr sz="5000"/>
            </a:lvl4pPr>
            <a:lvl5pPr marL="4572000" indent="0">
              <a:buNone/>
              <a:defRPr sz="5000"/>
            </a:lvl5pPr>
            <a:lvl6pPr marL="5715000" indent="0">
              <a:buNone/>
              <a:defRPr sz="5000"/>
            </a:lvl6pPr>
            <a:lvl7pPr marL="6858000" indent="0">
              <a:buNone/>
              <a:defRPr sz="5000"/>
            </a:lvl7pPr>
            <a:lvl8pPr marL="8001000" indent="0">
              <a:buNone/>
              <a:defRPr sz="5000"/>
            </a:lvl8pPr>
            <a:lvl9pPr marL="9144000" indent="0">
              <a:buNone/>
              <a:defRPr sz="5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3" y="6858000"/>
            <a:ext cx="7372945" cy="12705293"/>
          </a:xfrm>
        </p:spPr>
        <p:txBody>
          <a:bodyPr/>
          <a:lstStyle>
            <a:lvl1pPr marL="0" indent="0">
              <a:buNone/>
              <a:defRPr sz="4000"/>
            </a:lvl1pPr>
            <a:lvl2pPr marL="1143000" indent="0">
              <a:buNone/>
              <a:defRPr sz="3500"/>
            </a:lvl2pPr>
            <a:lvl3pPr marL="2286000" indent="0">
              <a:buNone/>
              <a:defRPr sz="3000"/>
            </a:lvl3pPr>
            <a:lvl4pPr marL="3429000" indent="0">
              <a:buNone/>
              <a:defRPr sz="2500"/>
            </a:lvl4pPr>
            <a:lvl5pPr marL="4572000" indent="0">
              <a:buNone/>
              <a:defRPr sz="2500"/>
            </a:lvl5pPr>
            <a:lvl6pPr marL="5715000" indent="0">
              <a:buNone/>
              <a:defRPr sz="2500"/>
            </a:lvl6pPr>
            <a:lvl7pPr marL="6858000" indent="0">
              <a:buNone/>
              <a:defRPr sz="2500"/>
            </a:lvl7pPr>
            <a:lvl8pPr marL="8001000" indent="0">
              <a:buNone/>
              <a:defRPr sz="2500"/>
            </a:lvl8pPr>
            <a:lvl9pPr marL="9144000" indent="0">
              <a:buNone/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270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119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359189" y="1217083"/>
            <a:ext cx="4929188" cy="193727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71626" y="1217083"/>
            <a:ext cx="14501813" cy="193727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693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71625" y="1217088"/>
            <a:ext cx="19716750" cy="4418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1625" y="6085417"/>
            <a:ext cx="19716750" cy="14504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71625" y="21187839"/>
            <a:ext cx="514350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BC79C8-AEB4-F249-8C01-E92E9B77561A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72375" y="21187839"/>
            <a:ext cx="771525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44875" y="21187839"/>
            <a:ext cx="514350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111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286000" rtl="0" eaLnBrk="1" latinLnBrk="0" hangingPunct="1">
        <a:lnSpc>
          <a:spcPct val="90000"/>
        </a:lnSpc>
        <a:spcBef>
          <a:spcPct val="0"/>
        </a:spcBef>
        <a:buNone/>
        <a:defRPr sz="11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1500" indent="-571500" algn="l" defTabSz="2286000" rtl="0" eaLnBrk="1" latinLnBrk="0" hangingPunct="1">
        <a:lnSpc>
          <a:spcPct val="90000"/>
        </a:lnSpc>
        <a:spcBef>
          <a:spcPts val="2500"/>
        </a:spcBef>
        <a:buFont typeface="Arial" panose="020B0604020202020204" pitchFamily="34" charset="0"/>
        <a:buChar char="•"/>
        <a:defRPr sz="700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2pPr>
      <a:lvl3pPr marL="2857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5000" kern="1200">
          <a:solidFill>
            <a:schemeClr val="tx1"/>
          </a:solidFill>
          <a:latin typeface="+mn-lt"/>
          <a:ea typeface="+mn-ea"/>
          <a:cs typeface="+mn-cs"/>
        </a:defRPr>
      </a:lvl3pPr>
      <a:lvl4pPr marL="4000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4pPr>
      <a:lvl5pPr marL="5143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5pPr>
      <a:lvl6pPr marL="6286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6pPr>
      <a:lvl7pPr marL="7429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7pPr>
      <a:lvl8pPr marL="8572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8pPr>
      <a:lvl9pPr marL="9715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1pPr>
      <a:lvl2pPr marL="1143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3pPr>
      <a:lvl4pPr marL="3429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4pPr>
      <a:lvl5pPr marL="4572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5pPr>
      <a:lvl6pPr marL="5715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6pPr>
      <a:lvl7pPr marL="6858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7pPr>
      <a:lvl8pPr marL="8001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8pPr>
      <a:lvl9pPr marL="9144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1727B-FEF8-44B3-37B7-3FF4765D230B}"/>
              </a:ext>
            </a:extLst>
          </p:cNvPr>
          <p:cNvSpPr txBox="1"/>
          <p:nvPr/>
        </p:nvSpPr>
        <p:spPr>
          <a:xfrm>
            <a:off x="712161" y="788432"/>
            <a:ext cx="16013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1.1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08E97-840D-F703-3F7B-50A11CE6F3E5}"/>
              </a:ext>
            </a:extLst>
          </p:cNvPr>
          <p:cNvSpPr txBox="1"/>
          <p:nvPr/>
        </p:nvSpPr>
        <p:spPr>
          <a:xfrm>
            <a:off x="712162" y="1242125"/>
            <a:ext cx="86651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dirty="0"/>
              <a:t>Wyszukiwanie największej liczby w zbiorze.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E402C046-98F0-65EE-8D76-B5C679C100EC}"/>
              </a:ext>
            </a:extLst>
          </p:cNvPr>
          <p:cNvSpPr/>
          <p:nvPr/>
        </p:nvSpPr>
        <p:spPr>
          <a:xfrm>
            <a:off x="7803715" y="2904124"/>
            <a:ext cx="914400" cy="30175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B8A4C49B-7550-489B-FB16-6D52D32C7784}"/>
              </a:ext>
            </a:extLst>
          </p:cNvPr>
          <p:cNvSpPr/>
          <p:nvPr/>
        </p:nvSpPr>
        <p:spPr>
          <a:xfrm>
            <a:off x="6758575" y="3394722"/>
            <a:ext cx="3004681" cy="301752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Wczytaj</a:t>
            </a:r>
            <a:r>
              <a:rPr lang="en-US" sz="1200" dirty="0"/>
              <a:t> </a:t>
            </a:r>
            <a:r>
              <a:rPr lang="en-US" sz="1200" dirty="0" err="1"/>
              <a:t>zbiór</a:t>
            </a:r>
            <a:r>
              <a:rPr lang="en-US" sz="1200" dirty="0"/>
              <a:t> </a:t>
            </a:r>
            <a:r>
              <a:rPr lang="en-US" sz="1200" i="1" dirty="0" err="1"/>
              <a:t>input_text</a:t>
            </a:r>
            <a:endParaRPr lang="en-US" sz="1200" i="1" dirty="0"/>
          </a:p>
        </p:txBody>
      </p:sp>
      <p:sp>
        <p:nvSpPr>
          <p:cNvPr id="8" name="Process 7">
            <a:extLst>
              <a:ext uri="{FF2B5EF4-FFF2-40B4-BE49-F238E27FC236}">
                <a16:creationId xmlns:a16="http://schemas.microsoft.com/office/drawing/2014/main" id="{F0E108A4-981A-8CF6-C113-5475A0B5A739}"/>
              </a:ext>
            </a:extLst>
          </p:cNvPr>
          <p:cNvSpPr/>
          <p:nvPr/>
        </p:nvSpPr>
        <p:spPr>
          <a:xfrm>
            <a:off x="6752477" y="3885320"/>
            <a:ext cx="3016876" cy="1243119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i="1" dirty="0" err="1"/>
              <a:t>input_text</a:t>
            </a:r>
            <a:r>
              <a:rPr lang="en-US" sz="1200" dirty="0"/>
              <a:t> ← </a:t>
            </a:r>
            <a:r>
              <a:rPr lang="en-US" sz="1200" i="1" dirty="0" err="1"/>
              <a:t>input_text</a:t>
            </a:r>
            <a:r>
              <a:rPr lang="en-US" sz="1200" dirty="0"/>
              <a:t> + ”;”</a:t>
            </a:r>
            <a:endParaRPr lang="en-US" sz="1200" i="1" dirty="0"/>
          </a:p>
          <a:p>
            <a:pPr algn="ctr"/>
            <a:r>
              <a:rPr lang="en-US" sz="1200" dirty="0" err="1"/>
              <a:t>max_number</a:t>
            </a:r>
            <a:r>
              <a:rPr lang="en-US" sz="1200" dirty="0"/>
              <a:t> ← BRAK</a:t>
            </a:r>
          </a:p>
          <a:p>
            <a:pPr algn="ctr"/>
            <a:r>
              <a:rPr lang="en-US" sz="1200" dirty="0" err="1"/>
              <a:t>current_number</a:t>
            </a:r>
            <a:r>
              <a:rPr lang="en-US" sz="1200" dirty="0"/>
              <a:t> ← 0.0</a:t>
            </a:r>
          </a:p>
          <a:p>
            <a:pPr algn="ctr"/>
            <a:r>
              <a:rPr lang="en-US" sz="1200" dirty="0" err="1"/>
              <a:t>decimal_numerator</a:t>
            </a:r>
            <a:r>
              <a:rPr lang="en-US" sz="1200" dirty="0"/>
              <a:t> ← 0</a:t>
            </a:r>
          </a:p>
          <a:p>
            <a:pPr algn="ctr"/>
            <a:r>
              <a:rPr lang="en-US" sz="1200" i="1" dirty="0" err="1"/>
              <a:t>is_negative</a:t>
            </a:r>
            <a:r>
              <a:rPr lang="en-US" sz="1200" dirty="0"/>
              <a:t> ← </a:t>
            </a:r>
            <a:r>
              <a:rPr lang="en-US" sz="1200" dirty="0" err="1"/>
              <a:t>fałsz</a:t>
            </a:r>
            <a:endParaRPr lang="en-US" sz="1200" dirty="0"/>
          </a:p>
          <a:p>
            <a:pPr algn="ctr"/>
            <a:r>
              <a:rPr lang="en-US" sz="1200" i="1" dirty="0" err="1"/>
              <a:t>char_index</a:t>
            </a:r>
            <a:r>
              <a:rPr lang="en-US" sz="1200" dirty="0"/>
              <a:t> ← 1</a:t>
            </a:r>
          </a:p>
        </p:txBody>
      </p:sp>
      <p:sp>
        <p:nvSpPr>
          <p:cNvPr id="9" name="Decision 8">
            <a:extLst>
              <a:ext uri="{FF2B5EF4-FFF2-40B4-BE49-F238E27FC236}">
                <a16:creationId xmlns:a16="http://schemas.microsoft.com/office/drawing/2014/main" id="{47B8BB14-9E94-6D6E-DC30-6120EDC22D33}"/>
              </a:ext>
            </a:extLst>
          </p:cNvPr>
          <p:cNvSpPr/>
          <p:nvPr/>
        </p:nvSpPr>
        <p:spPr>
          <a:xfrm>
            <a:off x="6808928" y="5430191"/>
            <a:ext cx="2903974" cy="633047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 err="1"/>
              <a:t>char_index</a:t>
            </a:r>
            <a:r>
              <a:rPr lang="pl-PL" sz="1200" dirty="0"/>
              <a:t> &lt;= długość(</a:t>
            </a:r>
            <a:r>
              <a:rPr lang="pl-PL" sz="1200" i="1" dirty="0" err="1"/>
              <a:t>input_text</a:t>
            </a:r>
            <a:r>
              <a:rPr lang="pl-PL" sz="1200" dirty="0"/>
              <a:t>)</a:t>
            </a:r>
          </a:p>
        </p:txBody>
      </p:sp>
      <p:sp>
        <p:nvSpPr>
          <p:cNvPr id="10" name="Process 9">
            <a:extLst>
              <a:ext uri="{FF2B5EF4-FFF2-40B4-BE49-F238E27FC236}">
                <a16:creationId xmlns:a16="http://schemas.microsoft.com/office/drawing/2014/main" id="{47F4FFC9-F597-02E5-253F-DB119ECF4D90}"/>
              </a:ext>
            </a:extLst>
          </p:cNvPr>
          <p:cNvSpPr/>
          <p:nvPr/>
        </p:nvSpPr>
        <p:spPr>
          <a:xfrm>
            <a:off x="6919475" y="6455187"/>
            <a:ext cx="2682880" cy="28175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i="1" dirty="0" err="1"/>
              <a:t>current_char</a:t>
            </a:r>
            <a:r>
              <a:rPr lang="en-US" sz="1200" dirty="0"/>
              <a:t> ← </a:t>
            </a:r>
            <a:r>
              <a:rPr lang="en-US" sz="1200" i="1" dirty="0" err="1"/>
              <a:t>input_text</a:t>
            </a:r>
            <a:r>
              <a:rPr lang="en-US" sz="1200" dirty="0"/>
              <a:t>[</a:t>
            </a:r>
            <a:r>
              <a:rPr lang="en-US" sz="1200" i="1" dirty="0" err="1"/>
              <a:t>char_index</a:t>
            </a:r>
            <a:r>
              <a:rPr lang="en-US" sz="1200" dirty="0"/>
              <a:t>]</a:t>
            </a:r>
          </a:p>
        </p:txBody>
      </p:sp>
      <p:sp>
        <p:nvSpPr>
          <p:cNvPr id="11" name="Decision 10">
            <a:extLst>
              <a:ext uri="{FF2B5EF4-FFF2-40B4-BE49-F238E27FC236}">
                <a16:creationId xmlns:a16="http://schemas.microsoft.com/office/drawing/2014/main" id="{445D374B-0589-0C04-9654-0F4F81AFCDAE}"/>
              </a:ext>
            </a:extLst>
          </p:cNvPr>
          <p:cNvSpPr/>
          <p:nvPr/>
        </p:nvSpPr>
        <p:spPr>
          <a:xfrm>
            <a:off x="6375752" y="6921972"/>
            <a:ext cx="3770327" cy="633047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 err="1"/>
              <a:t>current_char</a:t>
            </a:r>
            <a:r>
              <a:rPr lang="pl-PL" sz="1200" dirty="0"/>
              <a:t> jest liczbą?</a:t>
            </a:r>
          </a:p>
        </p:txBody>
      </p:sp>
      <p:sp>
        <p:nvSpPr>
          <p:cNvPr id="12" name="Decision 11">
            <a:extLst>
              <a:ext uri="{FF2B5EF4-FFF2-40B4-BE49-F238E27FC236}">
                <a16:creationId xmlns:a16="http://schemas.microsoft.com/office/drawing/2014/main" id="{A25EAAF4-D286-C3D8-6080-1008EA5F9C64}"/>
              </a:ext>
            </a:extLst>
          </p:cNvPr>
          <p:cNvSpPr/>
          <p:nvPr/>
        </p:nvSpPr>
        <p:spPr>
          <a:xfrm>
            <a:off x="12201455" y="7555019"/>
            <a:ext cx="3425007" cy="633047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 err="1"/>
              <a:t>decimal_numerator</a:t>
            </a:r>
            <a:r>
              <a:rPr lang="pl-PL" sz="1200" dirty="0"/>
              <a:t> &gt; 0</a:t>
            </a:r>
          </a:p>
        </p:txBody>
      </p:sp>
      <p:sp>
        <p:nvSpPr>
          <p:cNvPr id="13" name="Process 12">
            <a:extLst>
              <a:ext uri="{FF2B5EF4-FFF2-40B4-BE49-F238E27FC236}">
                <a16:creationId xmlns:a16="http://schemas.microsoft.com/office/drawing/2014/main" id="{5175C83D-8C87-A72E-9703-11DCC3D5D792}"/>
              </a:ext>
            </a:extLst>
          </p:cNvPr>
          <p:cNvSpPr/>
          <p:nvPr/>
        </p:nvSpPr>
        <p:spPr>
          <a:xfrm>
            <a:off x="14262832" y="8372209"/>
            <a:ext cx="5556709" cy="63304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i="1" dirty="0" err="1"/>
              <a:t>current_number</a:t>
            </a:r>
            <a:r>
              <a:rPr lang="en-US" sz="1200" dirty="0"/>
              <a:t> ← </a:t>
            </a:r>
            <a:r>
              <a:rPr lang="en-US" sz="1200" i="1" dirty="0" err="1"/>
              <a:t>current_number</a:t>
            </a:r>
            <a:r>
              <a:rPr lang="en-US" sz="1200" dirty="0"/>
              <a:t> + int(</a:t>
            </a:r>
            <a:r>
              <a:rPr lang="en-US" sz="1200" i="1" dirty="0" err="1"/>
              <a:t>current_char</a:t>
            </a:r>
            <a:r>
              <a:rPr lang="en-US" sz="1200" dirty="0"/>
              <a:t>) * 10^(-</a:t>
            </a:r>
            <a:r>
              <a:rPr lang="en-US" sz="1200" i="1" dirty="0" err="1"/>
              <a:t>decimal_numerator</a:t>
            </a:r>
            <a:r>
              <a:rPr lang="en-US" sz="1200" dirty="0"/>
              <a:t>)</a:t>
            </a:r>
          </a:p>
          <a:p>
            <a:pPr algn="ctr"/>
            <a:r>
              <a:rPr lang="en-US" sz="1200" i="1" dirty="0" err="1"/>
              <a:t>decimal_numerator</a:t>
            </a:r>
            <a:r>
              <a:rPr lang="en-US" sz="1200" dirty="0"/>
              <a:t> ← </a:t>
            </a:r>
            <a:r>
              <a:rPr lang="en-US" sz="1200" i="1" dirty="0" err="1"/>
              <a:t>decimal_numerator</a:t>
            </a:r>
            <a:r>
              <a:rPr lang="en-US" sz="1200" dirty="0"/>
              <a:t> + 1</a:t>
            </a:r>
          </a:p>
        </p:txBody>
      </p:sp>
      <p:sp>
        <p:nvSpPr>
          <p:cNvPr id="14" name="Process 13">
            <a:extLst>
              <a:ext uri="{FF2B5EF4-FFF2-40B4-BE49-F238E27FC236}">
                <a16:creationId xmlns:a16="http://schemas.microsoft.com/office/drawing/2014/main" id="{C876657B-7A56-22AE-D5C2-E09425DC020D}"/>
              </a:ext>
            </a:extLst>
          </p:cNvPr>
          <p:cNvSpPr/>
          <p:nvPr/>
        </p:nvSpPr>
        <p:spPr>
          <a:xfrm>
            <a:off x="9465367" y="8372210"/>
            <a:ext cx="4115650" cy="31652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i="1" dirty="0" err="1"/>
              <a:t>current_number</a:t>
            </a:r>
            <a:r>
              <a:rPr lang="en-US" sz="1200" dirty="0"/>
              <a:t> ← </a:t>
            </a:r>
            <a:r>
              <a:rPr lang="en-US" sz="1200" i="1" dirty="0" err="1"/>
              <a:t>current_number</a:t>
            </a:r>
            <a:r>
              <a:rPr lang="en-US" sz="1200" i="1" dirty="0"/>
              <a:t> </a:t>
            </a:r>
            <a:r>
              <a:rPr lang="en-US" sz="1200" dirty="0"/>
              <a:t>* 10 + int(</a:t>
            </a:r>
            <a:r>
              <a:rPr lang="en-US" sz="1200" i="1" dirty="0" err="1"/>
              <a:t>current_char</a:t>
            </a:r>
            <a:r>
              <a:rPr lang="en-US" sz="1200" dirty="0"/>
              <a:t>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C5FCC3E-99C3-0F26-73C2-38A0EA2C0B3B}"/>
              </a:ext>
            </a:extLst>
          </p:cNvPr>
          <p:cNvCxnSpPr>
            <a:stCxn id="6" idx="2"/>
            <a:endCxn id="7" idx="1"/>
          </p:cNvCxnSpPr>
          <p:nvPr/>
        </p:nvCxnSpPr>
        <p:spPr>
          <a:xfrm>
            <a:off x="8260915" y="3205876"/>
            <a:ext cx="1" cy="188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5F47271-9051-9124-19C7-79C9634B1D1A}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 flipH="1">
            <a:off x="8260915" y="3696474"/>
            <a:ext cx="1" cy="188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DF54E22-4CA3-F2FB-C73F-7F83AA859256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8260915" y="5128439"/>
            <a:ext cx="0" cy="3017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E71C5FC-463B-1F38-5710-87DB46BAE8B8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8260915" y="6736941"/>
            <a:ext cx="1" cy="1850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FE569CE7-30BF-87A5-B96B-AB1D23547208}"/>
              </a:ext>
            </a:extLst>
          </p:cNvPr>
          <p:cNvCxnSpPr>
            <a:cxnSpLocks/>
            <a:stCxn id="12" idx="3"/>
            <a:endCxn id="13" idx="0"/>
          </p:cNvCxnSpPr>
          <p:nvPr/>
        </p:nvCxnSpPr>
        <p:spPr>
          <a:xfrm>
            <a:off x="15626462" y="7871543"/>
            <a:ext cx="1414725" cy="50066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1FAA7090-8577-018D-7930-A76C8B26A0FB}"/>
              </a:ext>
            </a:extLst>
          </p:cNvPr>
          <p:cNvCxnSpPr>
            <a:cxnSpLocks/>
            <a:stCxn id="12" idx="1"/>
            <a:endCxn id="14" idx="0"/>
          </p:cNvCxnSpPr>
          <p:nvPr/>
        </p:nvCxnSpPr>
        <p:spPr>
          <a:xfrm rot="10800000" flipV="1">
            <a:off x="11523193" y="7871542"/>
            <a:ext cx="678263" cy="50066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8843F29-1D6F-C361-B14A-9E3E02FBC6CF}"/>
              </a:ext>
            </a:extLst>
          </p:cNvPr>
          <p:cNvSpPr txBox="1"/>
          <p:nvPr/>
        </p:nvSpPr>
        <p:spPr>
          <a:xfrm>
            <a:off x="10160785" y="6858334"/>
            <a:ext cx="49475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tak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150720E-41D4-AD33-68D6-405FED9EDD99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8260915" y="6063238"/>
            <a:ext cx="0" cy="3919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BC82D346-5DB7-06E5-50D7-A37A9E219B97}"/>
              </a:ext>
            </a:extLst>
          </p:cNvPr>
          <p:cNvSpPr txBox="1"/>
          <p:nvPr/>
        </p:nvSpPr>
        <p:spPr>
          <a:xfrm>
            <a:off x="8280540" y="6062042"/>
            <a:ext cx="49475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tak</a:t>
            </a:r>
          </a:p>
        </p:txBody>
      </p:sp>
      <p:sp>
        <p:nvSpPr>
          <p:cNvPr id="48" name="Decision 47">
            <a:extLst>
              <a:ext uri="{FF2B5EF4-FFF2-40B4-BE49-F238E27FC236}">
                <a16:creationId xmlns:a16="http://schemas.microsoft.com/office/drawing/2014/main" id="{F89EE211-1523-B3C6-6826-CBB19A0003BA}"/>
              </a:ext>
            </a:extLst>
          </p:cNvPr>
          <p:cNvSpPr/>
          <p:nvPr/>
        </p:nvSpPr>
        <p:spPr>
          <a:xfrm>
            <a:off x="6808928" y="9005257"/>
            <a:ext cx="2903974" cy="633047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 err="1"/>
              <a:t>current_char</a:t>
            </a:r>
            <a:r>
              <a:rPr lang="pl-PL" sz="1200" dirty="0"/>
              <a:t> = „.”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94DB0A7-1709-72B3-D3C2-B341B7491E15}"/>
              </a:ext>
            </a:extLst>
          </p:cNvPr>
          <p:cNvSpPr txBox="1"/>
          <p:nvPr/>
        </p:nvSpPr>
        <p:spPr>
          <a:xfrm>
            <a:off x="7610552" y="7597176"/>
            <a:ext cx="48763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nie</a:t>
            </a:r>
          </a:p>
        </p:txBody>
      </p:sp>
      <p:sp>
        <p:nvSpPr>
          <p:cNvPr id="55" name="Process 54">
            <a:extLst>
              <a:ext uri="{FF2B5EF4-FFF2-40B4-BE49-F238E27FC236}">
                <a16:creationId xmlns:a16="http://schemas.microsoft.com/office/drawing/2014/main" id="{0D4AC466-6C86-766E-492D-203BD249367B}"/>
              </a:ext>
            </a:extLst>
          </p:cNvPr>
          <p:cNvSpPr/>
          <p:nvPr/>
        </p:nvSpPr>
        <p:spPr>
          <a:xfrm>
            <a:off x="9465367" y="9822449"/>
            <a:ext cx="2682880" cy="316523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i="1" dirty="0" err="1"/>
              <a:t>decimal_numerator</a:t>
            </a:r>
            <a:r>
              <a:rPr lang="en-US" sz="1200" dirty="0"/>
              <a:t> ← 1</a:t>
            </a:r>
          </a:p>
        </p:txBody>
      </p: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2F1028FA-CB59-1727-97CD-4F5F7477B792}"/>
              </a:ext>
            </a:extLst>
          </p:cNvPr>
          <p:cNvCxnSpPr>
            <a:stCxn id="11" idx="3"/>
            <a:endCxn id="12" idx="0"/>
          </p:cNvCxnSpPr>
          <p:nvPr/>
        </p:nvCxnSpPr>
        <p:spPr>
          <a:xfrm>
            <a:off x="10146079" y="7238496"/>
            <a:ext cx="3767880" cy="31652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3EEA98B-0CB9-8DC3-3270-84F3B6FC208D}"/>
              </a:ext>
            </a:extLst>
          </p:cNvPr>
          <p:cNvCxnSpPr>
            <a:stCxn id="11" idx="2"/>
            <a:endCxn id="48" idx="0"/>
          </p:cNvCxnSpPr>
          <p:nvPr/>
        </p:nvCxnSpPr>
        <p:spPr>
          <a:xfrm flipH="1">
            <a:off x="8260915" y="7555019"/>
            <a:ext cx="1" cy="14502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0B2A3444-7AC5-42F7-1114-A13736EC6908}"/>
              </a:ext>
            </a:extLst>
          </p:cNvPr>
          <p:cNvCxnSpPr>
            <a:stCxn id="48" idx="3"/>
            <a:endCxn id="55" idx="0"/>
          </p:cNvCxnSpPr>
          <p:nvPr/>
        </p:nvCxnSpPr>
        <p:spPr>
          <a:xfrm>
            <a:off x="9712902" y="9321781"/>
            <a:ext cx="1093905" cy="50066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B18F40F-F97A-55CE-59E1-DB409D9C0D70}"/>
              </a:ext>
            </a:extLst>
          </p:cNvPr>
          <p:cNvSpPr txBox="1"/>
          <p:nvPr/>
        </p:nvSpPr>
        <p:spPr>
          <a:xfrm>
            <a:off x="9686646" y="8945639"/>
            <a:ext cx="49475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tak</a:t>
            </a:r>
          </a:p>
        </p:txBody>
      </p:sp>
      <p:sp>
        <p:nvSpPr>
          <p:cNvPr id="77" name="Decision 76">
            <a:extLst>
              <a:ext uri="{FF2B5EF4-FFF2-40B4-BE49-F238E27FC236}">
                <a16:creationId xmlns:a16="http://schemas.microsoft.com/office/drawing/2014/main" id="{8FE8CC94-1B00-1EC1-EBF5-DD8FDF276382}"/>
              </a:ext>
            </a:extLst>
          </p:cNvPr>
          <p:cNvSpPr/>
          <p:nvPr/>
        </p:nvSpPr>
        <p:spPr>
          <a:xfrm>
            <a:off x="6808928" y="10455495"/>
            <a:ext cx="2903974" cy="633047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 err="1"/>
              <a:t>current_char</a:t>
            </a:r>
            <a:r>
              <a:rPr lang="pl-PL" sz="1200" dirty="0"/>
              <a:t> = „-”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6C4E1EC-7003-810D-D173-DF37D409DA2A}"/>
              </a:ext>
            </a:extLst>
          </p:cNvPr>
          <p:cNvCxnSpPr>
            <a:stCxn id="48" idx="2"/>
            <a:endCxn id="77" idx="0"/>
          </p:cNvCxnSpPr>
          <p:nvPr/>
        </p:nvCxnSpPr>
        <p:spPr>
          <a:xfrm>
            <a:off x="8260915" y="9638304"/>
            <a:ext cx="0" cy="8171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A96E74BD-CE9C-3F93-F8FD-3334766846A6}"/>
              </a:ext>
            </a:extLst>
          </p:cNvPr>
          <p:cNvSpPr txBox="1"/>
          <p:nvPr/>
        </p:nvSpPr>
        <p:spPr>
          <a:xfrm>
            <a:off x="7610552" y="9743610"/>
            <a:ext cx="48763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nie</a:t>
            </a:r>
          </a:p>
        </p:txBody>
      </p:sp>
      <p:sp>
        <p:nvSpPr>
          <p:cNvPr id="88" name="Process 87">
            <a:extLst>
              <a:ext uri="{FF2B5EF4-FFF2-40B4-BE49-F238E27FC236}">
                <a16:creationId xmlns:a16="http://schemas.microsoft.com/office/drawing/2014/main" id="{0828E2DA-1EE0-D35A-EA5C-69901C5E934B}"/>
              </a:ext>
            </a:extLst>
          </p:cNvPr>
          <p:cNvSpPr/>
          <p:nvPr/>
        </p:nvSpPr>
        <p:spPr>
          <a:xfrm>
            <a:off x="9465367" y="11343241"/>
            <a:ext cx="2682880" cy="316523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i="1" dirty="0" err="1"/>
              <a:t>is_negative</a:t>
            </a:r>
            <a:r>
              <a:rPr lang="en-US" sz="1200" dirty="0"/>
              <a:t> ← </a:t>
            </a:r>
            <a:r>
              <a:rPr lang="en-US" sz="1200" dirty="0" err="1"/>
              <a:t>prawda</a:t>
            </a:r>
            <a:endParaRPr lang="en-US" sz="1200" dirty="0"/>
          </a:p>
        </p:txBody>
      </p: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1B98CBD8-3EE2-34DF-8FBC-5F715018E055}"/>
              </a:ext>
            </a:extLst>
          </p:cNvPr>
          <p:cNvCxnSpPr>
            <a:endCxn id="88" idx="0"/>
          </p:cNvCxnSpPr>
          <p:nvPr/>
        </p:nvCxnSpPr>
        <p:spPr>
          <a:xfrm>
            <a:off x="9712902" y="10772018"/>
            <a:ext cx="1093905" cy="57122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57177F77-C34F-80AB-EF29-A63B5908710A}"/>
              </a:ext>
            </a:extLst>
          </p:cNvPr>
          <p:cNvSpPr txBox="1"/>
          <p:nvPr/>
        </p:nvSpPr>
        <p:spPr>
          <a:xfrm>
            <a:off x="9668979" y="10411185"/>
            <a:ext cx="49475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tak</a:t>
            </a:r>
          </a:p>
        </p:txBody>
      </p:sp>
      <p:sp>
        <p:nvSpPr>
          <p:cNvPr id="93" name="Decision 92">
            <a:extLst>
              <a:ext uri="{FF2B5EF4-FFF2-40B4-BE49-F238E27FC236}">
                <a16:creationId xmlns:a16="http://schemas.microsoft.com/office/drawing/2014/main" id="{64C119A1-7467-F11B-91EF-D9D589CE6635}"/>
              </a:ext>
            </a:extLst>
          </p:cNvPr>
          <p:cNvSpPr/>
          <p:nvPr/>
        </p:nvSpPr>
        <p:spPr>
          <a:xfrm>
            <a:off x="6808928" y="12130291"/>
            <a:ext cx="2903974" cy="633047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 err="1"/>
              <a:t>is_negative</a:t>
            </a:r>
            <a:endParaRPr lang="pl-PL" sz="1200" dirty="0"/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DB70E33A-14D1-29AA-DF5D-6FD30964D593}"/>
              </a:ext>
            </a:extLst>
          </p:cNvPr>
          <p:cNvCxnSpPr>
            <a:stCxn id="77" idx="2"/>
            <a:endCxn id="93" idx="0"/>
          </p:cNvCxnSpPr>
          <p:nvPr/>
        </p:nvCxnSpPr>
        <p:spPr>
          <a:xfrm>
            <a:off x="8260915" y="11088542"/>
            <a:ext cx="0" cy="10417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98" name="Process 97">
            <a:extLst>
              <a:ext uri="{FF2B5EF4-FFF2-40B4-BE49-F238E27FC236}">
                <a16:creationId xmlns:a16="http://schemas.microsoft.com/office/drawing/2014/main" id="{05F6A175-50AE-FE0B-81B7-8D671918EFDB}"/>
              </a:ext>
            </a:extLst>
          </p:cNvPr>
          <p:cNvSpPr/>
          <p:nvPr/>
        </p:nvSpPr>
        <p:spPr>
          <a:xfrm>
            <a:off x="9465366" y="13075603"/>
            <a:ext cx="2981355" cy="316523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i="1" dirty="0" err="1"/>
              <a:t>current_number</a:t>
            </a:r>
            <a:r>
              <a:rPr lang="en-US" sz="1200" dirty="0"/>
              <a:t> ← </a:t>
            </a:r>
            <a:r>
              <a:rPr lang="en-US" sz="1200" i="1" dirty="0" err="1"/>
              <a:t>current_number</a:t>
            </a:r>
            <a:r>
              <a:rPr lang="en-US" sz="1200" dirty="0"/>
              <a:t> * -1</a:t>
            </a:r>
          </a:p>
        </p:txBody>
      </p:sp>
      <p:cxnSp>
        <p:nvCxnSpPr>
          <p:cNvPr id="100" name="Elbow Connector 99">
            <a:extLst>
              <a:ext uri="{FF2B5EF4-FFF2-40B4-BE49-F238E27FC236}">
                <a16:creationId xmlns:a16="http://schemas.microsoft.com/office/drawing/2014/main" id="{461385D1-17B9-9D80-048B-7FAC0ECB9D83}"/>
              </a:ext>
            </a:extLst>
          </p:cNvPr>
          <p:cNvCxnSpPr>
            <a:cxnSpLocks/>
            <a:stCxn id="93" idx="3"/>
            <a:endCxn id="98" idx="0"/>
          </p:cNvCxnSpPr>
          <p:nvPr/>
        </p:nvCxnSpPr>
        <p:spPr>
          <a:xfrm>
            <a:off x="9712902" y="12446815"/>
            <a:ext cx="1243142" cy="6287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013CE0EB-79D3-6B05-9234-B2A5BE79C91E}"/>
              </a:ext>
            </a:extLst>
          </p:cNvPr>
          <p:cNvSpPr txBox="1"/>
          <p:nvPr/>
        </p:nvSpPr>
        <p:spPr>
          <a:xfrm>
            <a:off x="9696768" y="12070200"/>
            <a:ext cx="49475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tak</a:t>
            </a:r>
          </a:p>
        </p:txBody>
      </p:sp>
      <p:sp>
        <p:nvSpPr>
          <p:cNvPr id="104" name="Decision 103">
            <a:extLst>
              <a:ext uri="{FF2B5EF4-FFF2-40B4-BE49-F238E27FC236}">
                <a16:creationId xmlns:a16="http://schemas.microsoft.com/office/drawing/2014/main" id="{B3249CDC-C943-700F-6CF0-705DF216258F}"/>
              </a:ext>
            </a:extLst>
          </p:cNvPr>
          <p:cNvSpPr/>
          <p:nvPr/>
        </p:nvSpPr>
        <p:spPr>
          <a:xfrm>
            <a:off x="5903783" y="13862838"/>
            <a:ext cx="4714264" cy="945127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i="1" dirty="0" err="1"/>
              <a:t>max_number</a:t>
            </a:r>
            <a:r>
              <a:rPr lang="pl-PL" sz="1200" i="1" dirty="0"/>
              <a:t> = BRAK</a:t>
            </a:r>
          </a:p>
          <a:p>
            <a:pPr algn="ctr"/>
            <a:r>
              <a:rPr lang="pl-PL" sz="1200" i="1" dirty="0"/>
              <a:t>||</a:t>
            </a:r>
          </a:p>
          <a:p>
            <a:pPr algn="ctr"/>
            <a:r>
              <a:rPr lang="pl-PL" sz="1200" i="1" dirty="0" err="1"/>
              <a:t>current_number</a:t>
            </a:r>
            <a:r>
              <a:rPr lang="pl-PL" sz="1200" i="1" dirty="0"/>
              <a:t> &gt; </a:t>
            </a:r>
            <a:r>
              <a:rPr lang="pl-PL" sz="1200" i="1" dirty="0" err="1"/>
              <a:t>max_number</a:t>
            </a:r>
            <a:endParaRPr lang="pl-PL" sz="1200" dirty="0"/>
          </a:p>
        </p:txBody>
      </p:sp>
      <p:sp>
        <p:nvSpPr>
          <p:cNvPr id="106" name="Process 105">
            <a:extLst>
              <a:ext uri="{FF2B5EF4-FFF2-40B4-BE49-F238E27FC236}">
                <a16:creationId xmlns:a16="http://schemas.microsoft.com/office/drawing/2014/main" id="{AE9DC621-C894-F35B-CC83-795C9A7947CC}"/>
              </a:ext>
            </a:extLst>
          </p:cNvPr>
          <p:cNvSpPr/>
          <p:nvPr/>
        </p:nvSpPr>
        <p:spPr>
          <a:xfrm>
            <a:off x="9465367" y="15120415"/>
            <a:ext cx="2682880" cy="316523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i="1" dirty="0" err="1"/>
              <a:t>max_number</a:t>
            </a:r>
            <a:r>
              <a:rPr lang="en-US" sz="1200" dirty="0"/>
              <a:t> ← </a:t>
            </a:r>
            <a:r>
              <a:rPr lang="en-US" sz="1200" i="1" dirty="0" err="1"/>
              <a:t>current_number</a:t>
            </a:r>
            <a:endParaRPr lang="en-US" sz="1200" i="1" dirty="0"/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AE0C4D6E-7D13-7EDC-4E13-1DFAC4959966}"/>
              </a:ext>
            </a:extLst>
          </p:cNvPr>
          <p:cNvCxnSpPr>
            <a:stCxn id="93" idx="2"/>
            <a:endCxn id="104" idx="0"/>
          </p:cNvCxnSpPr>
          <p:nvPr/>
        </p:nvCxnSpPr>
        <p:spPr>
          <a:xfrm>
            <a:off x="8260915" y="12763338"/>
            <a:ext cx="0" cy="1099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12" name="Elbow Connector 111">
            <a:extLst>
              <a:ext uri="{FF2B5EF4-FFF2-40B4-BE49-F238E27FC236}">
                <a16:creationId xmlns:a16="http://schemas.microsoft.com/office/drawing/2014/main" id="{946B0F00-D918-0167-5E9A-68F9C2B0FB19}"/>
              </a:ext>
            </a:extLst>
          </p:cNvPr>
          <p:cNvCxnSpPr>
            <a:stCxn id="104" idx="3"/>
            <a:endCxn id="106" idx="0"/>
          </p:cNvCxnSpPr>
          <p:nvPr/>
        </p:nvCxnSpPr>
        <p:spPr>
          <a:xfrm>
            <a:off x="10618047" y="14335402"/>
            <a:ext cx="188760" cy="78501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4427D2E7-7058-6AB0-DC52-8FA8C842589F}"/>
              </a:ext>
            </a:extLst>
          </p:cNvPr>
          <p:cNvSpPr txBox="1"/>
          <p:nvPr/>
        </p:nvSpPr>
        <p:spPr>
          <a:xfrm>
            <a:off x="10559431" y="13966069"/>
            <a:ext cx="49475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tak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801BB5D-D320-829E-48B9-E12AD40C14BE}"/>
              </a:ext>
            </a:extLst>
          </p:cNvPr>
          <p:cNvSpPr txBox="1"/>
          <p:nvPr/>
        </p:nvSpPr>
        <p:spPr>
          <a:xfrm>
            <a:off x="7649514" y="11189737"/>
            <a:ext cx="48763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nie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1CC1A33-5D56-C8DE-5EDA-72BC87498787}"/>
              </a:ext>
            </a:extLst>
          </p:cNvPr>
          <p:cNvSpPr txBox="1"/>
          <p:nvPr/>
        </p:nvSpPr>
        <p:spPr>
          <a:xfrm>
            <a:off x="7649514" y="12860094"/>
            <a:ext cx="48763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nie</a:t>
            </a:r>
          </a:p>
        </p:txBody>
      </p:sp>
      <p:cxnSp>
        <p:nvCxnSpPr>
          <p:cNvPr id="117" name="Elbow Connector 116">
            <a:extLst>
              <a:ext uri="{FF2B5EF4-FFF2-40B4-BE49-F238E27FC236}">
                <a16:creationId xmlns:a16="http://schemas.microsoft.com/office/drawing/2014/main" id="{0C0A2682-90E5-CC3B-F116-16D0A698D13D}"/>
              </a:ext>
            </a:extLst>
          </p:cNvPr>
          <p:cNvCxnSpPr>
            <a:cxnSpLocks/>
            <a:stCxn id="98" idx="2"/>
            <a:endCxn id="104" idx="0"/>
          </p:cNvCxnSpPr>
          <p:nvPr/>
        </p:nvCxnSpPr>
        <p:spPr>
          <a:xfrm rot="5400000">
            <a:off x="9373124" y="12279918"/>
            <a:ext cx="470712" cy="269512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19" name="Process 118">
            <a:extLst>
              <a:ext uri="{FF2B5EF4-FFF2-40B4-BE49-F238E27FC236}">
                <a16:creationId xmlns:a16="http://schemas.microsoft.com/office/drawing/2014/main" id="{12B7BBA4-EE22-AC11-31CA-76F724B4849A}"/>
              </a:ext>
            </a:extLst>
          </p:cNvPr>
          <p:cNvSpPr/>
          <p:nvPr/>
        </p:nvSpPr>
        <p:spPr>
          <a:xfrm>
            <a:off x="7005193" y="16003722"/>
            <a:ext cx="2550694" cy="63173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i="1" dirty="0" err="1"/>
              <a:t>current_number</a:t>
            </a:r>
            <a:r>
              <a:rPr lang="en-US" sz="1200" dirty="0"/>
              <a:t> ← </a:t>
            </a:r>
            <a:r>
              <a:rPr lang="en-US" sz="1200" i="1" dirty="0"/>
              <a:t>0.0</a:t>
            </a:r>
          </a:p>
          <a:p>
            <a:pPr algn="ctr"/>
            <a:r>
              <a:rPr lang="en-US" sz="1200" i="1" dirty="0" err="1"/>
              <a:t>decimal_number</a:t>
            </a:r>
            <a:r>
              <a:rPr lang="en-US" sz="1200" dirty="0"/>
              <a:t> ← </a:t>
            </a:r>
            <a:r>
              <a:rPr lang="en-US" sz="1200" i="1" dirty="0"/>
              <a:t>0</a:t>
            </a:r>
          </a:p>
          <a:p>
            <a:pPr algn="ctr"/>
            <a:r>
              <a:rPr lang="en-US" sz="1200" i="1" dirty="0" err="1"/>
              <a:t>is_negative</a:t>
            </a:r>
            <a:r>
              <a:rPr lang="en-US" sz="1200" dirty="0"/>
              <a:t> ← </a:t>
            </a:r>
            <a:r>
              <a:rPr lang="en-US" sz="1200" i="1" dirty="0" err="1"/>
              <a:t>fałsz</a:t>
            </a:r>
            <a:endParaRPr lang="en-US" sz="1200" i="1" dirty="0"/>
          </a:p>
        </p:txBody>
      </p:sp>
      <p:cxnSp>
        <p:nvCxnSpPr>
          <p:cNvPr id="122" name="Elbow Connector 121">
            <a:extLst>
              <a:ext uri="{FF2B5EF4-FFF2-40B4-BE49-F238E27FC236}">
                <a16:creationId xmlns:a16="http://schemas.microsoft.com/office/drawing/2014/main" id="{E113E2A5-B464-6DEE-E2EC-6D03708ED774}"/>
              </a:ext>
            </a:extLst>
          </p:cNvPr>
          <p:cNvCxnSpPr>
            <a:stCxn id="106" idx="2"/>
            <a:endCxn id="119" idx="0"/>
          </p:cNvCxnSpPr>
          <p:nvPr/>
        </p:nvCxnSpPr>
        <p:spPr>
          <a:xfrm rot="5400000">
            <a:off x="9260282" y="14457197"/>
            <a:ext cx="566784" cy="252626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5A8BEF5B-A471-1E09-2BFC-D8A079B1AACD}"/>
              </a:ext>
            </a:extLst>
          </p:cNvPr>
          <p:cNvCxnSpPr>
            <a:stCxn id="104" idx="2"/>
            <a:endCxn id="119" idx="0"/>
          </p:cNvCxnSpPr>
          <p:nvPr/>
        </p:nvCxnSpPr>
        <p:spPr>
          <a:xfrm>
            <a:off x="8260915" y="14807965"/>
            <a:ext cx="19625" cy="11957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25B2E881-5453-E1DF-DA8F-5214ED6166EB}"/>
              </a:ext>
            </a:extLst>
          </p:cNvPr>
          <p:cNvSpPr txBox="1"/>
          <p:nvPr/>
        </p:nvSpPr>
        <p:spPr>
          <a:xfrm>
            <a:off x="7672777" y="14899001"/>
            <a:ext cx="48763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nie</a:t>
            </a:r>
          </a:p>
        </p:txBody>
      </p:sp>
      <p:sp>
        <p:nvSpPr>
          <p:cNvPr id="126" name="Process 125">
            <a:extLst>
              <a:ext uri="{FF2B5EF4-FFF2-40B4-BE49-F238E27FC236}">
                <a16:creationId xmlns:a16="http://schemas.microsoft.com/office/drawing/2014/main" id="{F36F4D63-F3BD-828C-FF56-D0D72C2C4A8C}"/>
              </a:ext>
            </a:extLst>
          </p:cNvPr>
          <p:cNvSpPr/>
          <p:nvPr/>
        </p:nvSpPr>
        <p:spPr>
          <a:xfrm>
            <a:off x="11523192" y="17089087"/>
            <a:ext cx="2682880" cy="28175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i="1" dirty="0" err="1"/>
              <a:t>char_index</a:t>
            </a:r>
            <a:r>
              <a:rPr lang="en-US" sz="1200" dirty="0"/>
              <a:t> ← </a:t>
            </a:r>
            <a:r>
              <a:rPr lang="en-US" sz="1200" i="1" dirty="0" err="1"/>
              <a:t>char_index</a:t>
            </a:r>
            <a:r>
              <a:rPr lang="en-US" sz="1200" dirty="0"/>
              <a:t> + 1</a:t>
            </a:r>
          </a:p>
        </p:txBody>
      </p:sp>
      <p:cxnSp>
        <p:nvCxnSpPr>
          <p:cNvPr id="131" name="Elbow Connector 130">
            <a:extLst>
              <a:ext uri="{FF2B5EF4-FFF2-40B4-BE49-F238E27FC236}">
                <a16:creationId xmlns:a16="http://schemas.microsoft.com/office/drawing/2014/main" id="{A122DAF5-10DB-4599-6359-CBD180E99692}"/>
              </a:ext>
            </a:extLst>
          </p:cNvPr>
          <p:cNvCxnSpPr>
            <a:stCxn id="119" idx="2"/>
            <a:endCxn id="126" idx="0"/>
          </p:cNvCxnSpPr>
          <p:nvPr/>
        </p:nvCxnSpPr>
        <p:spPr>
          <a:xfrm rot="16200000" flipH="1">
            <a:off x="10345769" y="14570223"/>
            <a:ext cx="453635" cy="458409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33" name="Elbow Connector 132">
            <a:extLst>
              <a:ext uri="{FF2B5EF4-FFF2-40B4-BE49-F238E27FC236}">
                <a16:creationId xmlns:a16="http://schemas.microsoft.com/office/drawing/2014/main" id="{77EA0DC6-42D8-4795-1FAC-131F0B7F5D7D}"/>
              </a:ext>
            </a:extLst>
          </p:cNvPr>
          <p:cNvCxnSpPr>
            <a:stCxn id="14" idx="2"/>
            <a:endCxn id="126" idx="0"/>
          </p:cNvCxnSpPr>
          <p:nvPr/>
        </p:nvCxnSpPr>
        <p:spPr>
          <a:xfrm rot="16200000" flipH="1">
            <a:off x="7993736" y="12218190"/>
            <a:ext cx="8400353" cy="1341440"/>
          </a:xfrm>
          <a:prstGeom prst="bentConnector3">
            <a:avLst>
              <a:gd name="adj1" fmla="val 6610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36" name="Elbow Connector 135">
            <a:extLst>
              <a:ext uri="{FF2B5EF4-FFF2-40B4-BE49-F238E27FC236}">
                <a16:creationId xmlns:a16="http://schemas.microsoft.com/office/drawing/2014/main" id="{33DE5228-8FE5-EB92-FDB7-7E6FE5234458}"/>
              </a:ext>
            </a:extLst>
          </p:cNvPr>
          <p:cNvCxnSpPr>
            <a:stCxn id="13" idx="2"/>
            <a:endCxn id="126" idx="0"/>
          </p:cNvCxnSpPr>
          <p:nvPr/>
        </p:nvCxnSpPr>
        <p:spPr>
          <a:xfrm rot="5400000">
            <a:off x="10910995" y="10958895"/>
            <a:ext cx="8083830" cy="4176555"/>
          </a:xfrm>
          <a:prstGeom prst="bentConnector3">
            <a:avLst>
              <a:gd name="adj1" fmla="val 11981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38" name="Elbow Connector 137">
            <a:extLst>
              <a:ext uri="{FF2B5EF4-FFF2-40B4-BE49-F238E27FC236}">
                <a16:creationId xmlns:a16="http://schemas.microsoft.com/office/drawing/2014/main" id="{3C30BF42-683D-4970-470F-36B1390339D9}"/>
              </a:ext>
            </a:extLst>
          </p:cNvPr>
          <p:cNvCxnSpPr>
            <a:stCxn id="55" idx="2"/>
            <a:endCxn id="126" idx="0"/>
          </p:cNvCxnSpPr>
          <p:nvPr/>
        </p:nvCxnSpPr>
        <p:spPr>
          <a:xfrm rot="16200000" flipH="1">
            <a:off x="8360662" y="12585116"/>
            <a:ext cx="6950115" cy="2057825"/>
          </a:xfrm>
          <a:prstGeom prst="bentConnector3">
            <a:avLst>
              <a:gd name="adj1" fmla="val 4866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41" name="Elbow Connector 140">
            <a:extLst>
              <a:ext uri="{FF2B5EF4-FFF2-40B4-BE49-F238E27FC236}">
                <a16:creationId xmlns:a16="http://schemas.microsoft.com/office/drawing/2014/main" id="{3B8B96BF-BD3F-93CF-C107-6D8F21FDF0E0}"/>
              </a:ext>
            </a:extLst>
          </p:cNvPr>
          <p:cNvCxnSpPr>
            <a:stCxn id="88" idx="2"/>
            <a:endCxn id="126" idx="0"/>
          </p:cNvCxnSpPr>
          <p:nvPr/>
        </p:nvCxnSpPr>
        <p:spPr>
          <a:xfrm rot="16200000" flipH="1">
            <a:off x="9121058" y="13345512"/>
            <a:ext cx="5429323" cy="2057825"/>
          </a:xfrm>
          <a:prstGeom prst="bentConnector3">
            <a:avLst>
              <a:gd name="adj1" fmla="val 8597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45" name="Elbow Connector 144">
            <a:extLst>
              <a:ext uri="{FF2B5EF4-FFF2-40B4-BE49-F238E27FC236}">
                <a16:creationId xmlns:a16="http://schemas.microsoft.com/office/drawing/2014/main" id="{046A989C-63DD-401E-7A75-1564653F60D0}"/>
              </a:ext>
            </a:extLst>
          </p:cNvPr>
          <p:cNvCxnSpPr>
            <a:stCxn id="126" idx="2"/>
            <a:endCxn id="9" idx="0"/>
          </p:cNvCxnSpPr>
          <p:nvPr/>
        </p:nvCxnSpPr>
        <p:spPr>
          <a:xfrm rot="5400000" flipH="1">
            <a:off x="4592449" y="9098658"/>
            <a:ext cx="11940650" cy="4603717"/>
          </a:xfrm>
          <a:prstGeom prst="bentConnector5">
            <a:avLst>
              <a:gd name="adj1" fmla="val -1914"/>
              <a:gd name="adj2" fmla="val -158099"/>
              <a:gd name="adj3" fmla="val 101489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50" name="Data 149">
            <a:extLst>
              <a:ext uri="{FF2B5EF4-FFF2-40B4-BE49-F238E27FC236}">
                <a16:creationId xmlns:a16="http://schemas.microsoft.com/office/drawing/2014/main" id="{9945BF3F-6F29-8107-60E9-4AB3721B4D2A}"/>
              </a:ext>
            </a:extLst>
          </p:cNvPr>
          <p:cNvSpPr/>
          <p:nvPr/>
        </p:nvSpPr>
        <p:spPr>
          <a:xfrm>
            <a:off x="2199197" y="6455187"/>
            <a:ext cx="3690069" cy="301752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Wypisz</a:t>
            </a:r>
            <a:r>
              <a:rPr lang="en-US" sz="1200" dirty="0"/>
              <a:t> </a:t>
            </a:r>
            <a:r>
              <a:rPr lang="en-US" sz="1200" dirty="0" err="1"/>
              <a:t>wartość</a:t>
            </a:r>
            <a:r>
              <a:rPr lang="en-US" sz="1200" dirty="0"/>
              <a:t> </a:t>
            </a:r>
            <a:r>
              <a:rPr lang="en-US" sz="1200" dirty="0" err="1"/>
              <a:t>max_number</a:t>
            </a:r>
            <a:endParaRPr lang="en-US" sz="1200" i="1" dirty="0"/>
          </a:p>
        </p:txBody>
      </p:sp>
      <p:sp>
        <p:nvSpPr>
          <p:cNvPr id="151" name="Terminator 150">
            <a:extLst>
              <a:ext uri="{FF2B5EF4-FFF2-40B4-BE49-F238E27FC236}">
                <a16:creationId xmlns:a16="http://schemas.microsoft.com/office/drawing/2014/main" id="{E5AE90F2-DF53-F71F-8E9F-69C26E86E96A}"/>
              </a:ext>
            </a:extLst>
          </p:cNvPr>
          <p:cNvSpPr/>
          <p:nvPr/>
        </p:nvSpPr>
        <p:spPr>
          <a:xfrm>
            <a:off x="3587031" y="6958227"/>
            <a:ext cx="914400" cy="30175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Koniec</a:t>
            </a:r>
            <a:endParaRPr lang="en-US" sz="1200" dirty="0"/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F578FC61-8C72-6FC8-37C3-E79DD4BC3AE8}"/>
              </a:ext>
            </a:extLst>
          </p:cNvPr>
          <p:cNvCxnSpPr>
            <a:stCxn id="150" idx="4"/>
            <a:endCxn id="151" idx="0"/>
          </p:cNvCxnSpPr>
          <p:nvPr/>
        </p:nvCxnSpPr>
        <p:spPr>
          <a:xfrm flipH="1">
            <a:off x="4044231" y="6756939"/>
            <a:ext cx="1" cy="2012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55" name="Elbow Connector 154">
            <a:extLst>
              <a:ext uri="{FF2B5EF4-FFF2-40B4-BE49-F238E27FC236}">
                <a16:creationId xmlns:a16="http://schemas.microsoft.com/office/drawing/2014/main" id="{26CE7175-E0E0-F139-9EEF-F8D17D7F2DEB}"/>
              </a:ext>
            </a:extLst>
          </p:cNvPr>
          <p:cNvCxnSpPr>
            <a:stCxn id="9" idx="1"/>
            <a:endCxn id="150" idx="1"/>
          </p:cNvCxnSpPr>
          <p:nvPr/>
        </p:nvCxnSpPr>
        <p:spPr>
          <a:xfrm rot="10800000" flipV="1">
            <a:off x="4044232" y="5746715"/>
            <a:ext cx="2764696" cy="70847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8A309D65-1FBE-2F96-D155-191D9BF03D3A}"/>
              </a:ext>
            </a:extLst>
          </p:cNvPr>
          <p:cNvSpPr txBox="1"/>
          <p:nvPr/>
        </p:nvSpPr>
        <p:spPr>
          <a:xfrm>
            <a:off x="6268446" y="5377382"/>
            <a:ext cx="48763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nie</a:t>
            </a:r>
          </a:p>
        </p:txBody>
      </p:sp>
    </p:spTree>
    <p:extLst>
      <p:ext uri="{BB962C8B-B14F-4D97-AF65-F5344CB8AC3E}">
        <p14:creationId xmlns:p14="http://schemas.microsoft.com/office/powerpoint/2010/main" val="977508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270</TotalTime>
  <Words>222</Words>
  <Application>Microsoft Macintosh PowerPoint</Application>
  <PresentationFormat>Custom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Bieniek (bb315945)</dc:creator>
  <cp:lastModifiedBy>Bartosz Bieniek (bb315945)</cp:lastModifiedBy>
  <cp:revision>6</cp:revision>
  <dcterms:created xsi:type="dcterms:W3CDTF">2025-11-02T23:03:09Z</dcterms:created>
  <dcterms:modified xsi:type="dcterms:W3CDTF">2025-11-06T20:50:40Z</dcterms:modified>
</cp:coreProperties>
</file>