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7" r:id="rId2"/>
    <p:sldId id="258" r:id="rId3"/>
    <p:sldId id="259" r:id="rId4"/>
  </p:sldIdLst>
  <p:sldSz cx="1371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78"/>
    <p:restoredTop sz="94570"/>
  </p:normalViewPr>
  <p:slideViewPr>
    <p:cSldViewPr snapToGrid="0">
      <p:cViewPr>
        <p:scale>
          <a:sx n="125" d="100"/>
          <a:sy n="125" d="100"/>
        </p:scale>
        <p:origin x="131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496484"/>
            <a:ext cx="116586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4802717"/>
            <a:ext cx="10287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069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166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2279653"/>
            <a:ext cx="1183005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6119286"/>
            <a:ext cx="1183005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839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569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1" y="486835"/>
            <a:ext cx="1183005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2241551"/>
            <a:ext cx="5802510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3340100"/>
            <a:ext cx="5802510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2241551"/>
            <a:ext cx="583108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3340100"/>
            <a:ext cx="58310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04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727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309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6" y="1316568"/>
            <a:ext cx="6943725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056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6" y="1316568"/>
            <a:ext cx="6943725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0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555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486833"/>
            <a:ext cx="2957513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486833"/>
            <a:ext cx="8701088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080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486835"/>
            <a:ext cx="1183005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2434167"/>
            <a:ext cx="1183005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BC79C8-AEB4-F249-8C01-E92E9B77561A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8475136"/>
            <a:ext cx="46291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715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1727B-FEF8-44B3-37B7-3FF4765D230B}"/>
              </a:ext>
            </a:extLst>
          </p:cNvPr>
          <p:cNvSpPr txBox="1"/>
          <p:nvPr/>
        </p:nvSpPr>
        <p:spPr>
          <a:xfrm>
            <a:off x="533257" y="549893"/>
            <a:ext cx="337586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2.1 – NWD i NWW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08E97-840D-F703-3F7B-50A11CE6F3E5}"/>
              </a:ext>
            </a:extLst>
          </p:cNvPr>
          <p:cNvSpPr txBox="1"/>
          <p:nvPr/>
        </p:nvSpPr>
        <p:spPr>
          <a:xfrm>
            <a:off x="533258" y="1003586"/>
            <a:ext cx="9559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dirty="0"/>
              <a:t>NWD. Niezoptymalizowany algorytm Euklidesa.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E402C046-98F0-65EE-8D76-B5C679C100EC}"/>
              </a:ext>
            </a:extLst>
          </p:cNvPr>
          <p:cNvSpPr/>
          <p:nvPr/>
        </p:nvSpPr>
        <p:spPr>
          <a:xfrm>
            <a:off x="2787909" y="3112846"/>
            <a:ext cx="914400" cy="30175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B8A4C49B-7550-489B-FB16-6D52D32C7784}"/>
              </a:ext>
            </a:extLst>
          </p:cNvPr>
          <p:cNvSpPr/>
          <p:nvPr/>
        </p:nvSpPr>
        <p:spPr>
          <a:xfrm>
            <a:off x="1520653" y="3673018"/>
            <a:ext cx="3448912" cy="301752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Wczytaj</a:t>
            </a:r>
            <a:r>
              <a:rPr lang="en-US" sz="1200" dirty="0"/>
              <a:t> </a:t>
            </a:r>
            <a:r>
              <a:rPr lang="en-US" sz="1200" dirty="0" err="1"/>
              <a:t>współczynniki</a:t>
            </a:r>
            <a:r>
              <a:rPr lang="en-US" sz="1200" dirty="0"/>
              <a:t> </a:t>
            </a:r>
            <a:r>
              <a:rPr lang="en-US" sz="1200" i="1" dirty="0"/>
              <a:t>a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i="1" dirty="0"/>
              <a:t>b</a:t>
            </a:r>
            <a:r>
              <a:rPr lang="en-US" sz="1200" dirty="0"/>
              <a:t>.</a:t>
            </a:r>
            <a:endParaRPr lang="en-US" sz="1200" i="1" dirty="0"/>
          </a:p>
        </p:txBody>
      </p:sp>
      <p:sp>
        <p:nvSpPr>
          <p:cNvPr id="3" name="Decision 2">
            <a:extLst>
              <a:ext uri="{FF2B5EF4-FFF2-40B4-BE49-F238E27FC236}">
                <a16:creationId xmlns:a16="http://schemas.microsoft.com/office/drawing/2014/main" id="{F68FC78B-18CB-6E0D-E98D-1DB90B842BDE}"/>
              </a:ext>
            </a:extLst>
          </p:cNvPr>
          <p:cNvSpPr/>
          <p:nvPr/>
        </p:nvSpPr>
        <p:spPr>
          <a:xfrm>
            <a:off x="2559309" y="4233190"/>
            <a:ext cx="1371600" cy="61264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a &lt;&gt; b</a:t>
            </a:r>
          </a:p>
        </p:txBody>
      </p:sp>
      <p:sp>
        <p:nvSpPr>
          <p:cNvPr id="17" name="Decision 16">
            <a:extLst>
              <a:ext uri="{FF2B5EF4-FFF2-40B4-BE49-F238E27FC236}">
                <a16:creationId xmlns:a16="http://schemas.microsoft.com/office/drawing/2014/main" id="{1AA519F2-E312-74A2-21D2-BE38732D5EAD}"/>
              </a:ext>
            </a:extLst>
          </p:cNvPr>
          <p:cNvSpPr/>
          <p:nvPr/>
        </p:nvSpPr>
        <p:spPr>
          <a:xfrm>
            <a:off x="4159509" y="5104258"/>
            <a:ext cx="1371600" cy="61264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a &gt; b</a:t>
            </a:r>
          </a:p>
        </p:txBody>
      </p:sp>
      <p:sp>
        <p:nvSpPr>
          <p:cNvPr id="19" name="Process 18">
            <a:extLst>
              <a:ext uri="{FF2B5EF4-FFF2-40B4-BE49-F238E27FC236}">
                <a16:creationId xmlns:a16="http://schemas.microsoft.com/office/drawing/2014/main" id="{EA2057A4-ACEF-17A2-91D5-9D17907C72A0}"/>
              </a:ext>
            </a:extLst>
          </p:cNvPr>
          <p:cNvSpPr/>
          <p:nvPr/>
        </p:nvSpPr>
        <p:spPr>
          <a:xfrm>
            <a:off x="5531109" y="5975326"/>
            <a:ext cx="914400" cy="29817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a ← a - b</a:t>
            </a:r>
          </a:p>
        </p:txBody>
      </p:sp>
      <p:sp>
        <p:nvSpPr>
          <p:cNvPr id="21" name="Process 20">
            <a:extLst>
              <a:ext uri="{FF2B5EF4-FFF2-40B4-BE49-F238E27FC236}">
                <a16:creationId xmlns:a16="http://schemas.microsoft.com/office/drawing/2014/main" id="{F2A978A5-D2FD-4046-BDB4-6F471A25C889}"/>
              </a:ext>
            </a:extLst>
          </p:cNvPr>
          <p:cNvSpPr/>
          <p:nvPr/>
        </p:nvSpPr>
        <p:spPr>
          <a:xfrm>
            <a:off x="3245109" y="5975326"/>
            <a:ext cx="914400" cy="29817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b ← b - a</a:t>
            </a:r>
          </a:p>
        </p:txBody>
      </p:sp>
      <p:sp>
        <p:nvSpPr>
          <p:cNvPr id="22" name="Data 21">
            <a:extLst>
              <a:ext uri="{FF2B5EF4-FFF2-40B4-BE49-F238E27FC236}">
                <a16:creationId xmlns:a16="http://schemas.microsoft.com/office/drawing/2014/main" id="{29A28136-275C-57BC-1D24-0C509A7DBB38}"/>
              </a:ext>
            </a:extLst>
          </p:cNvPr>
          <p:cNvSpPr/>
          <p:nvPr/>
        </p:nvSpPr>
        <p:spPr>
          <a:xfrm>
            <a:off x="750354" y="5104258"/>
            <a:ext cx="1808955" cy="301752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Wypisz</a:t>
            </a:r>
            <a:r>
              <a:rPr lang="en-US" sz="1200" dirty="0"/>
              <a:t> a</a:t>
            </a:r>
            <a:endParaRPr lang="en-US" sz="1200" i="1" dirty="0"/>
          </a:p>
        </p:txBody>
      </p:sp>
      <p:sp>
        <p:nvSpPr>
          <p:cNvPr id="24" name="Terminator 23">
            <a:extLst>
              <a:ext uri="{FF2B5EF4-FFF2-40B4-BE49-F238E27FC236}">
                <a16:creationId xmlns:a16="http://schemas.microsoft.com/office/drawing/2014/main" id="{0D2D3CC0-3225-BEC5-BE79-692643FA3320}"/>
              </a:ext>
            </a:extLst>
          </p:cNvPr>
          <p:cNvSpPr/>
          <p:nvPr/>
        </p:nvSpPr>
        <p:spPr>
          <a:xfrm>
            <a:off x="1197632" y="5664430"/>
            <a:ext cx="914400" cy="30175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Start</a:t>
            </a:r>
          </a:p>
        </p:txBody>
      </p: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6F8B21C3-2302-177B-E417-F7C6D2826FDE}"/>
              </a:ext>
            </a:extLst>
          </p:cNvPr>
          <p:cNvCxnSpPr>
            <a:stCxn id="3" idx="3"/>
            <a:endCxn id="17" idx="0"/>
          </p:cNvCxnSpPr>
          <p:nvPr/>
        </p:nvCxnSpPr>
        <p:spPr>
          <a:xfrm>
            <a:off x="3930909" y="4539514"/>
            <a:ext cx="914400" cy="56474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8EE453D4-79DA-8791-EE07-C8E0B9023E49}"/>
              </a:ext>
            </a:extLst>
          </p:cNvPr>
          <p:cNvCxnSpPr>
            <a:stCxn id="17" idx="1"/>
            <a:endCxn id="21" idx="0"/>
          </p:cNvCxnSpPr>
          <p:nvPr/>
        </p:nvCxnSpPr>
        <p:spPr>
          <a:xfrm rot="10800000" flipV="1">
            <a:off x="3702309" y="5410582"/>
            <a:ext cx="457200" cy="56474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970638BE-5126-99DD-BBA8-7CC036048B03}"/>
              </a:ext>
            </a:extLst>
          </p:cNvPr>
          <p:cNvCxnSpPr>
            <a:stCxn id="17" idx="3"/>
            <a:endCxn id="19" idx="0"/>
          </p:cNvCxnSpPr>
          <p:nvPr/>
        </p:nvCxnSpPr>
        <p:spPr>
          <a:xfrm>
            <a:off x="5531109" y="5410582"/>
            <a:ext cx="457200" cy="56474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845D154F-7B32-324F-500E-6040CCC807B2}"/>
              </a:ext>
            </a:extLst>
          </p:cNvPr>
          <p:cNvCxnSpPr>
            <a:stCxn id="21" idx="2"/>
            <a:endCxn id="3" idx="0"/>
          </p:cNvCxnSpPr>
          <p:nvPr/>
        </p:nvCxnSpPr>
        <p:spPr>
          <a:xfrm rot="5400000" flipH="1">
            <a:off x="2453554" y="5024745"/>
            <a:ext cx="2040310" cy="457200"/>
          </a:xfrm>
          <a:prstGeom prst="bentConnector5">
            <a:avLst>
              <a:gd name="adj1" fmla="val -11204"/>
              <a:gd name="adj2" fmla="val -689130"/>
              <a:gd name="adj3" fmla="val 10730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CDD8D68C-6A7B-BC44-842E-DDAE74F154B0}"/>
              </a:ext>
            </a:extLst>
          </p:cNvPr>
          <p:cNvCxnSpPr>
            <a:stCxn id="19" idx="2"/>
            <a:endCxn id="3" idx="0"/>
          </p:cNvCxnSpPr>
          <p:nvPr/>
        </p:nvCxnSpPr>
        <p:spPr>
          <a:xfrm rot="5400000" flipH="1">
            <a:off x="3596554" y="3881745"/>
            <a:ext cx="2040310" cy="2743200"/>
          </a:xfrm>
          <a:prstGeom prst="bentConnector5">
            <a:avLst>
              <a:gd name="adj1" fmla="val -11204"/>
              <a:gd name="adj2" fmla="val -31703"/>
              <a:gd name="adj3" fmla="val 10730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EFD17AA8-CAF6-6427-B481-175E8F7590D4}"/>
              </a:ext>
            </a:extLst>
          </p:cNvPr>
          <p:cNvCxnSpPr>
            <a:stCxn id="3" idx="1"/>
            <a:endCxn id="22" idx="1"/>
          </p:cNvCxnSpPr>
          <p:nvPr/>
        </p:nvCxnSpPr>
        <p:spPr>
          <a:xfrm rot="10800000" flipV="1">
            <a:off x="1654833" y="4539514"/>
            <a:ext cx="904477" cy="56474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E4F07B0-A0A0-B226-879B-1F80B77FC396}"/>
              </a:ext>
            </a:extLst>
          </p:cNvPr>
          <p:cNvCxnSpPr>
            <a:stCxn id="6" idx="2"/>
            <a:endCxn id="7" idx="1"/>
          </p:cNvCxnSpPr>
          <p:nvPr/>
        </p:nvCxnSpPr>
        <p:spPr>
          <a:xfrm>
            <a:off x="3245109" y="3414598"/>
            <a:ext cx="0" cy="258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876C553-6159-A893-83D9-C9F4C572C6E8}"/>
              </a:ext>
            </a:extLst>
          </p:cNvPr>
          <p:cNvCxnSpPr>
            <a:stCxn id="7" idx="4"/>
            <a:endCxn id="3" idx="0"/>
          </p:cNvCxnSpPr>
          <p:nvPr/>
        </p:nvCxnSpPr>
        <p:spPr>
          <a:xfrm>
            <a:off x="3245109" y="3974770"/>
            <a:ext cx="0" cy="258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45DFA75-756B-EA3D-74AE-2250FED34651}"/>
              </a:ext>
            </a:extLst>
          </p:cNvPr>
          <p:cNvCxnSpPr>
            <a:stCxn id="22" idx="4"/>
            <a:endCxn id="24" idx="0"/>
          </p:cNvCxnSpPr>
          <p:nvPr/>
        </p:nvCxnSpPr>
        <p:spPr>
          <a:xfrm>
            <a:off x="1654832" y="5406010"/>
            <a:ext cx="0" cy="258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05934B98-8A46-3785-DD3A-1130E7E21ED7}"/>
              </a:ext>
            </a:extLst>
          </p:cNvPr>
          <p:cNvSpPr txBox="1"/>
          <p:nvPr/>
        </p:nvSpPr>
        <p:spPr>
          <a:xfrm>
            <a:off x="3912133" y="4171869"/>
            <a:ext cx="3385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tak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D739CE2-52AE-FE69-5CC3-6EFB0FED3ED6}"/>
              </a:ext>
            </a:extLst>
          </p:cNvPr>
          <p:cNvSpPr txBox="1"/>
          <p:nvPr/>
        </p:nvSpPr>
        <p:spPr>
          <a:xfrm>
            <a:off x="2097431" y="4170182"/>
            <a:ext cx="33695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nie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D88DF54-4A5E-BE45-BD95-EA9D6B5B57FF}"/>
              </a:ext>
            </a:extLst>
          </p:cNvPr>
          <p:cNvSpPr txBox="1"/>
          <p:nvPr/>
        </p:nvSpPr>
        <p:spPr>
          <a:xfrm>
            <a:off x="3621675" y="5056557"/>
            <a:ext cx="33695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nie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9053E31-4A4B-63D6-646D-6E12415670EB}"/>
              </a:ext>
            </a:extLst>
          </p:cNvPr>
          <p:cNvSpPr txBox="1"/>
          <p:nvPr/>
        </p:nvSpPr>
        <p:spPr>
          <a:xfrm>
            <a:off x="5589082" y="5056557"/>
            <a:ext cx="3385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tak</a:t>
            </a:r>
          </a:p>
        </p:txBody>
      </p:sp>
    </p:spTree>
    <p:extLst>
      <p:ext uri="{BB962C8B-B14F-4D97-AF65-F5344CB8AC3E}">
        <p14:creationId xmlns:p14="http://schemas.microsoft.com/office/powerpoint/2010/main" val="977508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50B68-A45F-AE68-6562-52070FB34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676513-9396-0495-71B7-338894D9ABF3}"/>
              </a:ext>
            </a:extLst>
          </p:cNvPr>
          <p:cNvSpPr txBox="1"/>
          <p:nvPr/>
        </p:nvSpPr>
        <p:spPr>
          <a:xfrm>
            <a:off x="533257" y="549893"/>
            <a:ext cx="337586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2.1 – NWD i NWW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FD808C-1799-406E-F662-030E64DFA8D4}"/>
              </a:ext>
            </a:extLst>
          </p:cNvPr>
          <p:cNvSpPr txBox="1"/>
          <p:nvPr/>
        </p:nvSpPr>
        <p:spPr>
          <a:xfrm>
            <a:off x="533258" y="1003586"/>
            <a:ext cx="89299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dirty="0"/>
              <a:t>NWD. Zoptymalizowany algorytm Euklidesa.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CD525B0F-DD1C-44E1-CC73-7CBA7C01FE73}"/>
              </a:ext>
            </a:extLst>
          </p:cNvPr>
          <p:cNvSpPr/>
          <p:nvPr/>
        </p:nvSpPr>
        <p:spPr>
          <a:xfrm>
            <a:off x="2787909" y="3112846"/>
            <a:ext cx="914400" cy="30175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886C7D73-25AB-93A3-BD16-75B0A7A5A3FB}"/>
              </a:ext>
            </a:extLst>
          </p:cNvPr>
          <p:cNvSpPr/>
          <p:nvPr/>
        </p:nvSpPr>
        <p:spPr>
          <a:xfrm>
            <a:off x="1520653" y="3673018"/>
            <a:ext cx="3448912" cy="301752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Wczytaj</a:t>
            </a:r>
            <a:r>
              <a:rPr lang="en-US" sz="1200" dirty="0"/>
              <a:t> </a:t>
            </a:r>
            <a:r>
              <a:rPr lang="en-US" sz="1200" dirty="0" err="1"/>
              <a:t>współczynniki</a:t>
            </a:r>
            <a:r>
              <a:rPr lang="en-US" sz="1200" dirty="0"/>
              <a:t> </a:t>
            </a:r>
            <a:r>
              <a:rPr lang="en-US" sz="1200" i="1" dirty="0"/>
              <a:t>a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i="1" dirty="0"/>
              <a:t>b</a:t>
            </a:r>
            <a:r>
              <a:rPr lang="en-US" sz="1200" dirty="0"/>
              <a:t>.</a:t>
            </a:r>
            <a:endParaRPr lang="en-US" sz="1200" i="1" dirty="0"/>
          </a:p>
        </p:txBody>
      </p:sp>
      <p:sp>
        <p:nvSpPr>
          <p:cNvPr id="3" name="Decision 2">
            <a:extLst>
              <a:ext uri="{FF2B5EF4-FFF2-40B4-BE49-F238E27FC236}">
                <a16:creationId xmlns:a16="http://schemas.microsoft.com/office/drawing/2014/main" id="{FDE74134-DD92-E154-75FA-7DC8FC2B3A37}"/>
              </a:ext>
            </a:extLst>
          </p:cNvPr>
          <p:cNvSpPr/>
          <p:nvPr/>
        </p:nvSpPr>
        <p:spPr>
          <a:xfrm>
            <a:off x="2559309" y="4233190"/>
            <a:ext cx="1371600" cy="61264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b &lt;&gt; 0</a:t>
            </a:r>
          </a:p>
        </p:txBody>
      </p:sp>
      <p:sp>
        <p:nvSpPr>
          <p:cNvPr id="22" name="Data 21">
            <a:extLst>
              <a:ext uri="{FF2B5EF4-FFF2-40B4-BE49-F238E27FC236}">
                <a16:creationId xmlns:a16="http://schemas.microsoft.com/office/drawing/2014/main" id="{77000738-D257-1C5B-417B-95999D4A485F}"/>
              </a:ext>
            </a:extLst>
          </p:cNvPr>
          <p:cNvSpPr/>
          <p:nvPr/>
        </p:nvSpPr>
        <p:spPr>
          <a:xfrm>
            <a:off x="750354" y="5104258"/>
            <a:ext cx="1808955" cy="301752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Wypisz</a:t>
            </a:r>
            <a:r>
              <a:rPr lang="en-US" sz="1200" dirty="0"/>
              <a:t> a</a:t>
            </a:r>
            <a:endParaRPr lang="en-US" sz="1200" i="1" dirty="0"/>
          </a:p>
        </p:txBody>
      </p:sp>
      <p:sp>
        <p:nvSpPr>
          <p:cNvPr id="24" name="Terminator 23">
            <a:extLst>
              <a:ext uri="{FF2B5EF4-FFF2-40B4-BE49-F238E27FC236}">
                <a16:creationId xmlns:a16="http://schemas.microsoft.com/office/drawing/2014/main" id="{5467BEEE-5F7E-CEA5-7C63-E94F9DDDF6A3}"/>
              </a:ext>
            </a:extLst>
          </p:cNvPr>
          <p:cNvSpPr/>
          <p:nvPr/>
        </p:nvSpPr>
        <p:spPr>
          <a:xfrm>
            <a:off x="1197632" y="5664430"/>
            <a:ext cx="914400" cy="30175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Start</a:t>
            </a:r>
          </a:p>
        </p:txBody>
      </p: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9B3DB084-C1ED-88F4-D7FF-EFA86EFBDA88}"/>
              </a:ext>
            </a:extLst>
          </p:cNvPr>
          <p:cNvCxnSpPr>
            <a:cxnSpLocks/>
            <a:stCxn id="3" idx="3"/>
            <a:endCxn id="2" idx="0"/>
          </p:cNvCxnSpPr>
          <p:nvPr/>
        </p:nvCxnSpPr>
        <p:spPr>
          <a:xfrm>
            <a:off x="3930909" y="4539514"/>
            <a:ext cx="661014" cy="56474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4BF9CBB9-63F5-4263-7716-B7299B66ADE1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 rot="5400000" flipH="1">
            <a:off x="3176658" y="4301641"/>
            <a:ext cx="1483716" cy="1346814"/>
          </a:xfrm>
          <a:prstGeom prst="bentConnector5">
            <a:avLst>
              <a:gd name="adj1" fmla="val -15407"/>
              <a:gd name="adj2" fmla="val -68048"/>
              <a:gd name="adj3" fmla="val 11016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DC02EB4B-E70B-EBFA-985D-2927D18244CC}"/>
              </a:ext>
            </a:extLst>
          </p:cNvPr>
          <p:cNvCxnSpPr>
            <a:stCxn id="3" idx="1"/>
            <a:endCxn id="22" idx="1"/>
          </p:cNvCxnSpPr>
          <p:nvPr/>
        </p:nvCxnSpPr>
        <p:spPr>
          <a:xfrm rot="10800000" flipV="1">
            <a:off x="1654833" y="4539514"/>
            <a:ext cx="904477" cy="56474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811E980-B552-FA83-41B9-C10BDED61422}"/>
              </a:ext>
            </a:extLst>
          </p:cNvPr>
          <p:cNvCxnSpPr>
            <a:stCxn id="6" idx="2"/>
            <a:endCxn id="7" idx="1"/>
          </p:cNvCxnSpPr>
          <p:nvPr/>
        </p:nvCxnSpPr>
        <p:spPr>
          <a:xfrm>
            <a:off x="3245109" y="3414598"/>
            <a:ext cx="0" cy="258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086D5DB-8E86-6A3A-D91F-5FAFB07E69C9}"/>
              </a:ext>
            </a:extLst>
          </p:cNvPr>
          <p:cNvCxnSpPr>
            <a:stCxn id="7" idx="4"/>
            <a:endCxn id="3" idx="0"/>
          </p:cNvCxnSpPr>
          <p:nvPr/>
        </p:nvCxnSpPr>
        <p:spPr>
          <a:xfrm>
            <a:off x="3245109" y="3974770"/>
            <a:ext cx="0" cy="258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9B59AEA-B7D4-DB5E-B273-DCF357B320B9}"/>
              </a:ext>
            </a:extLst>
          </p:cNvPr>
          <p:cNvCxnSpPr>
            <a:stCxn id="22" idx="4"/>
            <a:endCxn id="24" idx="0"/>
          </p:cNvCxnSpPr>
          <p:nvPr/>
        </p:nvCxnSpPr>
        <p:spPr>
          <a:xfrm>
            <a:off x="1654832" y="5406010"/>
            <a:ext cx="0" cy="258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AE883E88-DE62-1B4E-55ED-D29D621E4551}"/>
              </a:ext>
            </a:extLst>
          </p:cNvPr>
          <p:cNvSpPr txBox="1"/>
          <p:nvPr/>
        </p:nvSpPr>
        <p:spPr>
          <a:xfrm>
            <a:off x="3912133" y="4171869"/>
            <a:ext cx="3385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tak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37B85CD-5BDF-FE40-6BE6-F39D28003616}"/>
              </a:ext>
            </a:extLst>
          </p:cNvPr>
          <p:cNvSpPr txBox="1"/>
          <p:nvPr/>
        </p:nvSpPr>
        <p:spPr>
          <a:xfrm>
            <a:off x="2097431" y="4170182"/>
            <a:ext cx="33695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nie</a:t>
            </a:r>
          </a:p>
        </p:txBody>
      </p:sp>
      <p:sp>
        <p:nvSpPr>
          <p:cNvPr id="2" name="Process 1">
            <a:extLst>
              <a:ext uri="{FF2B5EF4-FFF2-40B4-BE49-F238E27FC236}">
                <a16:creationId xmlns:a16="http://schemas.microsoft.com/office/drawing/2014/main" id="{0163A7E3-C098-48CD-F87D-5201ED7E92C8}"/>
              </a:ext>
            </a:extLst>
          </p:cNvPr>
          <p:cNvSpPr/>
          <p:nvPr/>
        </p:nvSpPr>
        <p:spPr>
          <a:xfrm>
            <a:off x="3930909" y="5104258"/>
            <a:ext cx="1322028" cy="61264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temp ← b</a:t>
            </a:r>
          </a:p>
          <a:p>
            <a:pPr algn="ctr"/>
            <a:r>
              <a:rPr lang="pl-PL" sz="1200" dirty="0"/>
              <a:t>b ← a </a:t>
            </a:r>
            <a:r>
              <a:rPr lang="pl-PL" sz="1200" dirty="0" err="1"/>
              <a:t>mod</a:t>
            </a:r>
            <a:r>
              <a:rPr lang="pl-PL" sz="1200" dirty="0"/>
              <a:t> b</a:t>
            </a:r>
          </a:p>
          <a:p>
            <a:pPr algn="ctr"/>
            <a:r>
              <a:rPr lang="pl-PL" sz="1200" dirty="0"/>
              <a:t>a = temp</a:t>
            </a:r>
          </a:p>
        </p:txBody>
      </p:sp>
    </p:spTree>
    <p:extLst>
      <p:ext uri="{BB962C8B-B14F-4D97-AF65-F5344CB8AC3E}">
        <p14:creationId xmlns:p14="http://schemas.microsoft.com/office/powerpoint/2010/main" val="930378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A751D-F0D7-5C34-1E62-3949D2344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0BC7B8-876B-C33B-9D48-143727BDA23C}"/>
              </a:ext>
            </a:extLst>
          </p:cNvPr>
          <p:cNvSpPr txBox="1"/>
          <p:nvPr/>
        </p:nvSpPr>
        <p:spPr>
          <a:xfrm>
            <a:off x="533257" y="549893"/>
            <a:ext cx="337586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2.1 – NWD i NWW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78D919-A145-5DE1-AD2A-5D90B3A7A6B9}"/>
              </a:ext>
            </a:extLst>
          </p:cNvPr>
          <p:cNvSpPr txBox="1"/>
          <p:nvPr/>
        </p:nvSpPr>
        <p:spPr>
          <a:xfrm>
            <a:off x="533258" y="1003586"/>
            <a:ext cx="90141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dirty="0"/>
              <a:t>NWW. Zoptymalizowany algorytm Euklidesa.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E4F6E0A7-B04B-B5D9-0EE1-C721368D2085}"/>
              </a:ext>
            </a:extLst>
          </p:cNvPr>
          <p:cNvSpPr/>
          <p:nvPr/>
        </p:nvSpPr>
        <p:spPr>
          <a:xfrm>
            <a:off x="2787909" y="3112846"/>
            <a:ext cx="914400" cy="30175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D69C1150-A63E-23B8-D25A-6AC6970AD4B4}"/>
              </a:ext>
            </a:extLst>
          </p:cNvPr>
          <p:cNvSpPr/>
          <p:nvPr/>
        </p:nvSpPr>
        <p:spPr>
          <a:xfrm>
            <a:off x="1520653" y="3673018"/>
            <a:ext cx="3448912" cy="301752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Wczytaj</a:t>
            </a:r>
            <a:r>
              <a:rPr lang="en-US" sz="1200" dirty="0"/>
              <a:t> </a:t>
            </a:r>
            <a:r>
              <a:rPr lang="en-US" sz="1200" dirty="0" err="1"/>
              <a:t>współczynniki</a:t>
            </a:r>
            <a:r>
              <a:rPr lang="en-US" sz="1200" dirty="0"/>
              <a:t> </a:t>
            </a:r>
            <a:r>
              <a:rPr lang="en-US" sz="1200" i="1" dirty="0"/>
              <a:t>a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i="1" dirty="0"/>
              <a:t>b</a:t>
            </a:r>
            <a:r>
              <a:rPr lang="en-US" sz="1200" dirty="0"/>
              <a:t>.</a:t>
            </a:r>
            <a:endParaRPr lang="en-US" sz="1200" i="1" dirty="0"/>
          </a:p>
        </p:txBody>
      </p:sp>
      <p:sp>
        <p:nvSpPr>
          <p:cNvPr id="3" name="Decision 2">
            <a:extLst>
              <a:ext uri="{FF2B5EF4-FFF2-40B4-BE49-F238E27FC236}">
                <a16:creationId xmlns:a16="http://schemas.microsoft.com/office/drawing/2014/main" id="{FFAF9A45-1F81-F0E8-A3C6-39F9D5FD9C1D}"/>
              </a:ext>
            </a:extLst>
          </p:cNvPr>
          <p:cNvSpPr/>
          <p:nvPr/>
        </p:nvSpPr>
        <p:spPr>
          <a:xfrm>
            <a:off x="2559309" y="4799899"/>
            <a:ext cx="1371600" cy="61264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b &lt;&gt; 0</a:t>
            </a:r>
          </a:p>
        </p:txBody>
      </p:sp>
      <p:sp>
        <p:nvSpPr>
          <p:cNvPr id="22" name="Data 21">
            <a:extLst>
              <a:ext uri="{FF2B5EF4-FFF2-40B4-BE49-F238E27FC236}">
                <a16:creationId xmlns:a16="http://schemas.microsoft.com/office/drawing/2014/main" id="{C6A11834-817A-FACE-87A3-7064B3752AAF}"/>
              </a:ext>
            </a:extLst>
          </p:cNvPr>
          <p:cNvSpPr/>
          <p:nvPr/>
        </p:nvSpPr>
        <p:spPr>
          <a:xfrm>
            <a:off x="768577" y="6231139"/>
            <a:ext cx="1808955" cy="301752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Wypisz</a:t>
            </a:r>
            <a:r>
              <a:rPr lang="en-US" sz="1200" dirty="0"/>
              <a:t> </a:t>
            </a:r>
            <a:r>
              <a:rPr lang="en-US" sz="1200" dirty="0" err="1"/>
              <a:t>nww</a:t>
            </a:r>
            <a:endParaRPr lang="en-US" sz="1200" i="1" dirty="0"/>
          </a:p>
        </p:txBody>
      </p:sp>
      <p:sp>
        <p:nvSpPr>
          <p:cNvPr id="24" name="Terminator 23">
            <a:extLst>
              <a:ext uri="{FF2B5EF4-FFF2-40B4-BE49-F238E27FC236}">
                <a16:creationId xmlns:a16="http://schemas.microsoft.com/office/drawing/2014/main" id="{B3555A16-2BCD-0C5C-8976-489537092D50}"/>
              </a:ext>
            </a:extLst>
          </p:cNvPr>
          <p:cNvSpPr/>
          <p:nvPr/>
        </p:nvSpPr>
        <p:spPr>
          <a:xfrm>
            <a:off x="1215854" y="6791311"/>
            <a:ext cx="914400" cy="30175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Start</a:t>
            </a:r>
          </a:p>
        </p:txBody>
      </p: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C55146A1-EC3B-1EC8-AFFE-0240F4049908}"/>
              </a:ext>
            </a:extLst>
          </p:cNvPr>
          <p:cNvCxnSpPr>
            <a:cxnSpLocks/>
            <a:stCxn id="3" idx="3"/>
            <a:endCxn id="2" idx="0"/>
          </p:cNvCxnSpPr>
          <p:nvPr/>
        </p:nvCxnSpPr>
        <p:spPr>
          <a:xfrm>
            <a:off x="3930909" y="5106223"/>
            <a:ext cx="661014" cy="56474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87130C3-201D-C8FA-655B-A11CAA7D2F02}"/>
              </a:ext>
            </a:extLst>
          </p:cNvPr>
          <p:cNvCxnSpPr>
            <a:cxnSpLocks/>
          </p:cNvCxnSpPr>
          <p:nvPr/>
        </p:nvCxnSpPr>
        <p:spPr>
          <a:xfrm>
            <a:off x="3245109" y="3414598"/>
            <a:ext cx="0" cy="258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615B5E6-8140-B6FE-12FF-9576FDDDCB89}"/>
              </a:ext>
            </a:extLst>
          </p:cNvPr>
          <p:cNvCxnSpPr>
            <a:cxnSpLocks/>
          </p:cNvCxnSpPr>
          <p:nvPr/>
        </p:nvCxnSpPr>
        <p:spPr>
          <a:xfrm flipH="1">
            <a:off x="1673054" y="6532891"/>
            <a:ext cx="1" cy="258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5E0C0892-2425-A855-DCC9-0D94FDD12AA7}"/>
              </a:ext>
            </a:extLst>
          </p:cNvPr>
          <p:cNvSpPr txBox="1"/>
          <p:nvPr/>
        </p:nvSpPr>
        <p:spPr>
          <a:xfrm>
            <a:off x="3945356" y="4758791"/>
            <a:ext cx="3385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tak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1369FD7-BAD7-7248-7D66-A78F929302FD}"/>
              </a:ext>
            </a:extLst>
          </p:cNvPr>
          <p:cNvSpPr txBox="1"/>
          <p:nvPr/>
        </p:nvSpPr>
        <p:spPr>
          <a:xfrm>
            <a:off x="2046658" y="4758791"/>
            <a:ext cx="33695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nie</a:t>
            </a:r>
          </a:p>
        </p:txBody>
      </p:sp>
      <p:sp>
        <p:nvSpPr>
          <p:cNvPr id="2" name="Process 1">
            <a:extLst>
              <a:ext uri="{FF2B5EF4-FFF2-40B4-BE49-F238E27FC236}">
                <a16:creationId xmlns:a16="http://schemas.microsoft.com/office/drawing/2014/main" id="{48B468B2-851C-106D-615E-692F693ED78D}"/>
              </a:ext>
            </a:extLst>
          </p:cNvPr>
          <p:cNvSpPr/>
          <p:nvPr/>
        </p:nvSpPr>
        <p:spPr>
          <a:xfrm>
            <a:off x="3930909" y="5670967"/>
            <a:ext cx="1322028" cy="61264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temp ← b</a:t>
            </a:r>
          </a:p>
          <a:p>
            <a:pPr algn="ctr"/>
            <a:r>
              <a:rPr lang="pl-PL" sz="1200" dirty="0"/>
              <a:t>b ← a </a:t>
            </a:r>
            <a:r>
              <a:rPr lang="pl-PL" sz="1200" dirty="0" err="1"/>
              <a:t>mod</a:t>
            </a:r>
            <a:r>
              <a:rPr lang="pl-PL" sz="1200" dirty="0"/>
              <a:t> b</a:t>
            </a:r>
          </a:p>
          <a:p>
            <a:pPr algn="ctr"/>
            <a:r>
              <a:rPr lang="pl-PL" sz="1200" dirty="0"/>
              <a:t>a = temp</a:t>
            </a:r>
          </a:p>
        </p:txBody>
      </p:sp>
      <p:sp>
        <p:nvSpPr>
          <p:cNvPr id="8" name="Process 7">
            <a:extLst>
              <a:ext uri="{FF2B5EF4-FFF2-40B4-BE49-F238E27FC236}">
                <a16:creationId xmlns:a16="http://schemas.microsoft.com/office/drawing/2014/main" id="{0E0D57BD-DAC7-9B01-FEF2-2906B9A1623C}"/>
              </a:ext>
            </a:extLst>
          </p:cNvPr>
          <p:cNvSpPr/>
          <p:nvPr/>
        </p:nvSpPr>
        <p:spPr>
          <a:xfrm>
            <a:off x="801247" y="5670967"/>
            <a:ext cx="1743615" cy="30175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 err="1"/>
              <a:t>nww</a:t>
            </a:r>
            <a:r>
              <a:rPr lang="pl-PL" sz="1200" dirty="0"/>
              <a:t> ← </a:t>
            </a:r>
            <a:r>
              <a:rPr lang="pl-PL" sz="1200" dirty="0" err="1"/>
              <a:t>ab_product</a:t>
            </a:r>
            <a:r>
              <a:rPr lang="pl-PL" sz="1200" dirty="0"/>
              <a:t> / a</a:t>
            </a:r>
          </a:p>
        </p:txBody>
      </p:sp>
      <p:sp>
        <p:nvSpPr>
          <p:cNvPr id="10" name="Process 9">
            <a:extLst>
              <a:ext uri="{FF2B5EF4-FFF2-40B4-BE49-F238E27FC236}">
                <a16:creationId xmlns:a16="http://schemas.microsoft.com/office/drawing/2014/main" id="{AB4D74FE-9560-51C0-D407-12136C65C194}"/>
              </a:ext>
            </a:extLst>
          </p:cNvPr>
          <p:cNvSpPr/>
          <p:nvPr/>
        </p:nvSpPr>
        <p:spPr>
          <a:xfrm>
            <a:off x="2444021" y="4237762"/>
            <a:ext cx="1602177" cy="30175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 err="1"/>
              <a:t>ab_product</a:t>
            </a:r>
            <a:r>
              <a:rPr lang="pl-PL" sz="1200" dirty="0"/>
              <a:t> ← a * b </a:t>
            </a: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7CEB69D2-5C60-1218-2F30-0BE98ED63860}"/>
              </a:ext>
            </a:extLst>
          </p:cNvPr>
          <p:cNvCxnSpPr>
            <a:cxnSpLocks/>
            <a:stCxn id="3" idx="1"/>
            <a:endCxn id="8" idx="0"/>
          </p:cNvCxnSpPr>
          <p:nvPr/>
        </p:nvCxnSpPr>
        <p:spPr>
          <a:xfrm rot="10800000" flipV="1">
            <a:off x="1673055" y="5106223"/>
            <a:ext cx="886254" cy="56474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144E3A0-F007-B965-4BEF-B9F7F1F33F12}"/>
              </a:ext>
            </a:extLst>
          </p:cNvPr>
          <p:cNvCxnSpPr>
            <a:cxnSpLocks/>
          </p:cNvCxnSpPr>
          <p:nvPr/>
        </p:nvCxnSpPr>
        <p:spPr>
          <a:xfrm>
            <a:off x="1605815" y="5972719"/>
            <a:ext cx="0" cy="258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0A8B51D-9C80-0F8F-6BC7-AF03BF845A7A}"/>
              </a:ext>
            </a:extLst>
          </p:cNvPr>
          <p:cNvCxnSpPr>
            <a:stCxn id="7" idx="4"/>
            <a:endCxn id="10" idx="0"/>
          </p:cNvCxnSpPr>
          <p:nvPr/>
        </p:nvCxnSpPr>
        <p:spPr>
          <a:xfrm>
            <a:off x="3245109" y="3974770"/>
            <a:ext cx="1" cy="2629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4ACC8BA-33D5-2918-82FC-F630DEE2266A}"/>
              </a:ext>
            </a:extLst>
          </p:cNvPr>
          <p:cNvCxnSpPr>
            <a:stCxn id="10" idx="2"/>
            <a:endCxn id="3" idx="0"/>
          </p:cNvCxnSpPr>
          <p:nvPr/>
        </p:nvCxnSpPr>
        <p:spPr>
          <a:xfrm flipH="1">
            <a:off x="3245109" y="4539514"/>
            <a:ext cx="1" cy="2603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9640CF75-CF24-79A9-EEC7-93EFB39EC2B3}"/>
              </a:ext>
            </a:extLst>
          </p:cNvPr>
          <p:cNvCxnSpPr>
            <a:stCxn id="2" idx="2"/>
            <a:endCxn id="3" idx="0"/>
          </p:cNvCxnSpPr>
          <p:nvPr/>
        </p:nvCxnSpPr>
        <p:spPr>
          <a:xfrm rot="5400000" flipH="1">
            <a:off x="3176658" y="4868350"/>
            <a:ext cx="1483716" cy="1346814"/>
          </a:xfrm>
          <a:prstGeom prst="bentConnector5">
            <a:avLst>
              <a:gd name="adj1" fmla="val -15407"/>
              <a:gd name="adj2" fmla="val -71242"/>
              <a:gd name="adj3" fmla="val 10855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6930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291</TotalTime>
  <Words>132</Words>
  <Application>Microsoft Macintosh PowerPoint</Application>
  <PresentationFormat>Custom</PresentationFormat>
  <Paragraphs>40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Bieniek (bb315945)</dc:creator>
  <cp:lastModifiedBy>Bartosz Bieniek (bb315945)</cp:lastModifiedBy>
  <cp:revision>7</cp:revision>
  <dcterms:created xsi:type="dcterms:W3CDTF">2025-11-02T23:03:09Z</dcterms:created>
  <dcterms:modified xsi:type="dcterms:W3CDTF">2025-11-09T18:12:35Z</dcterms:modified>
</cp:coreProperties>
</file>