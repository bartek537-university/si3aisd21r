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/>
    <p:restoredTop sz="94617"/>
  </p:normalViewPr>
  <p:slideViewPr>
    <p:cSldViewPr snapToGrid="0">
      <p:cViewPr varScale="1">
        <p:scale>
          <a:sx n="115" d="100"/>
          <a:sy n="115" d="100"/>
        </p:scale>
        <p:origin x="23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3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8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33257" y="549893"/>
            <a:ext cx="5051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2.2 – Generatory pseudolosowe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33258" y="1003586"/>
            <a:ext cx="7945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Generator pseudolosowy Fibonacciego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87908" y="199461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081260" y="2554788"/>
            <a:ext cx="4327697" cy="40888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i="1" dirty="0"/>
              <a:t>n</a:t>
            </a:r>
            <a:r>
              <a:rPr lang="en-US" sz="1200" dirty="0"/>
              <a:t>, </a:t>
            </a:r>
            <a:r>
              <a:rPr lang="en-US" sz="1200" dirty="0" err="1"/>
              <a:t>operację</a:t>
            </a:r>
            <a:r>
              <a:rPr lang="en-US" sz="1200" dirty="0"/>
              <a:t> </a:t>
            </a:r>
            <a:r>
              <a:rPr lang="en-US" sz="1200" i="1" dirty="0"/>
              <a:t>op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wartości</a:t>
            </a:r>
            <a:r>
              <a:rPr lang="en-US" sz="1200" dirty="0"/>
              <a:t> </a:t>
            </a:r>
            <a:r>
              <a:rPr lang="en-US" sz="1200" dirty="0" err="1"/>
              <a:t>początkowe</a:t>
            </a:r>
            <a:r>
              <a:rPr lang="en-US" sz="1200" i="1" dirty="0"/>
              <a:t> x1, x2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245108" y="2296368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>
            <a:extLst>
              <a:ext uri="{FF2B5EF4-FFF2-40B4-BE49-F238E27FC236}">
                <a16:creationId xmlns:a16="http://schemas.microsoft.com/office/drawing/2014/main" id="{32D3D6B8-72E7-78F4-0438-49C10D30CD5D}"/>
              </a:ext>
            </a:extLst>
          </p:cNvPr>
          <p:cNvSpPr/>
          <p:nvPr/>
        </p:nvSpPr>
        <p:spPr>
          <a:xfrm>
            <a:off x="2915037" y="3222090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1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5130107A-F098-4C91-7300-9F640F953D4F}"/>
              </a:ext>
            </a:extLst>
          </p:cNvPr>
          <p:cNvSpPr/>
          <p:nvPr/>
        </p:nvSpPr>
        <p:spPr>
          <a:xfrm>
            <a:off x="2559308" y="3779826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&lt;= n 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BB58EA61-C61D-D74D-8D79-01B125FB78C0}"/>
              </a:ext>
            </a:extLst>
          </p:cNvPr>
          <p:cNvSpPr/>
          <p:nvPr/>
        </p:nvSpPr>
        <p:spPr>
          <a:xfrm>
            <a:off x="3802794" y="4652036"/>
            <a:ext cx="1606163" cy="66730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temp ← x2</a:t>
            </a:r>
          </a:p>
          <a:p>
            <a:pPr algn="ctr"/>
            <a:r>
              <a:rPr lang="pl-PL" sz="1200" dirty="0"/>
              <a:t>x2 ← </a:t>
            </a:r>
            <a:r>
              <a:rPr lang="pl-PL" sz="1200" dirty="0" err="1"/>
              <a:t>op</a:t>
            </a:r>
            <a:r>
              <a:rPr lang="pl-PL" sz="1200"/>
              <a:t>(x1, x2)</a:t>
            </a:r>
            <a:endParaRPr lang="pl-PL" sz="1200" dirty="0"/>
          </a:p>
          <a:p>
            <a:pPr algn="ctr"/>
            <a:r>
              <a:rPr lang="pl-PL" sz="1200" dirty="0"/>
              <a:t>x1 ← temp</a:t>
            </a:r>
          </a:p>
        </p:txBody>
      </p:sp>
      <p:sp>
        <p:nvSpPr>
          <p:cNvPr id="16" name="Data 15">
            <a:extLst>
              <a:ext uri="{FF2B5EF4-FFF2-40B4-BE49-F238E27FC236}">
                <a16:creationId xmlns:a16="http://schemas.microsoft.com/office/drawing/2014/main" id="{DD3FE891-B171-6F23-0843-DA020B717E63}"/>
              </a:ext>
            </a:extLst>
          </p:cNvPr>
          <p:cNvSpPr/>
          <p:nvPr/>
        </p:nvSpPr>
        <p:spPr>
          <a:xfrm>
            <a:off x="3701398" y="5578900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x2</a:t>
            </a:r>
            <a:endParaRPr lang="en-US" sz="1200" i="1" dirty="0"/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04F128E1-291D-02F5-044F-69C927717D01}"/>
              </a:ext>
            </a:extLst>
          </p:cNvPr>
          <p:cNvSpPr/>
          <p:nvPr/>
        </p:nvSpPr>
        <p:spPr>
          <a:xfrm>
            <a:off x="4275804" y="6136636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i+1</a:t>
            </a:r>
          </a:p>
        </p:txBody>
      </p:sp>
      <p:sp>
        <p:nvSpPr>
          <p:cNvPr id="20" name="Terminator 19">
            <a:extLst>
              <a:ext uri="{FF2B5EF4-FFF2-40B4-BE49-F238E27FC236}">
                <a16:creationId xmlns:a16="http://schemas.microsoft.com/office/drawing/2014/main" id="{86878E5B-2F64-1B62-9B71-22FE6777CD9A}"/>
              </a:ext>
            </a:extLst>
          </p:cNvPr>
          <p:cNvSpPr/>
          <p:nvPr/>
        </p:nvSpPr>
        <p:spPr>
          <a:xfrm>
            <a:off x="1873508" y="465203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Koniec</a:t>
            </a:r>
            <a:endParaRPr lang="en-US" sz="1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956F38-7F38-8447-C94A-91DF87967F33}"/>
              </a:ext>
            </a:extLst>
          </p:cNvPr>
          <p:cNvCxnSpPr>
            <a:cxnSpLocks/>
          </p:cNvCxnSpPr>
          <p:nvPr/>
        </p:nvCxnSpPr>
        <p:spPr>
          <a:xfrm>
            <a:off x="3245108" y="3520264"/>
            <a:ext cx="0" cy="259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85F5E2-EDDC-6913-962D-EE41EED3BE6F}"/>
              </a:ext>
            </a:extLst>
          </p:cNvPr>
          <p:cNvCxnSpPr>
            <a:cxnSpLocks/>
          </p:cNvCxnSpPr>
          <p:nvPr/>
        </p:nvCxnSpPr>
        <p:spPr>
          <a:xfrm>
            <a:off x="4605875" y="5319338"/>
            <a:ext cx="0" cy="259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3BDEC9-717E-6563-E6A5-478BED491B6F}"/>
              </a:ext>
            </a:extLst>
          </p:cNvPr>
          <p:cNvCxnSpPr>
            <a:cxnSpLocks/>
          </p:cNvCxnSpPr>
          <p:nvPr/>
        </p:nvCxnSpPr>
        <p:spPr>
          <a:xfrm flipH="1">
            <a:off x="4605875" y="5880652"/>
            <a:ext cx="1" cy="255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953EA6C6-CDBD-A689-33CE-3586B8D3B361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>
            <a:off x="3930908" y="4086150"/>
            <a:ext cx="674968" cy="5658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1E02DCE-3B19-E62F-C111-ADD32F0506C6}"/>
              </a:ext>
            </a:extLst>
          </p:cNvPr>
          <p:cNvCxnSpPr>
            <a:stCxn id="18" idx="2"/>
            <a:endCxn id="14" idx="0"/>
          </p:cNvCxnSpPr>
          <p:nvPr/>
        </p:nvCxnSpPr>
        <p:spPr>
          <a:xfrm rot="5400000" flipH="1">
            <a:off x="2598000" y="4426935"/>
            <a:ext cx="2654984" cy="1360767"/>
          </a:xfrm>
          <a:prstGeom prst="bentConnector5">
            <a:avLst>
              <a:gd name="adj1" fmla="val -8610"/>
              <a:gd name="adj2" fmla="val -83466"/>
              <a:gd name="adj3" fmla="val 1059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CF32B1C-8C67-F473-E82F-835D2CC080EA}"/>
              </a:ext>
            </a:extLst>
          </p:cNvPr>
          <p:cNvCxnSpPr>
            <a:stCxn id="14" idx="1"/>
            <a:endCxn id="20" idx="0"/>
          </p:cNvCxnSpPr>
          <p:nvPr/>
        </p:nvCxnSpPr>
        <p:spPr>
          <a:xfrm rot="10800000" flipV="1">
            <a:off x="2330708" y="4086150"/>
            <a:ext cx="228600" cy="5658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3FC0F70-7CA3-D0A2-7641-9D4B0BCAA03B}"/>
              </a:ext>
            </a:extLst>
          </p:cNvPr>
          <p:cNvSpPr txBox="1"/>
          <p:nvPr/>
        </p:nvSpPr>
        <p:spPr>
          <a:xfrm>
            <a:off x="3925492" y="3728545"/>
            <a:ext cx="4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2C582A-AD11-B737-32E0-F58664ECCC57}"/>
              </a:ext>
            </a:extLst>
          </p:cNvPr>
          <p:cNvSpPr txBox="1"/>
          <p:nvPr/>
        </p:nvSpPr>
        <p:spPr>
          <a:xfrm>
            <a:off x="2170757" y="3779826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6EC70AF-D076-1F1C-C7DB-7EA2FD7115FF}"/>
              </a:ext>
            </a:extLst>
          </p:cNvPr>
          <p:cNvCxnSpPr>
            <a:stCxn id="7" idx="4"/>
            <a:endCxn id="13" idx="0"/>
          </p:cNvCxnSpPr>
          <p:nvPr/>
        </p:nvCxnSpPr>
        <p:spPr>
          <a:xfrm flipH="1">
            <a:off x="3245108" y="2963670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</TotalTime>
  <Words>50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14</cp:revision>
  <dcterms:created xsi:type="dcterms:W3CDTF">2025-11-02T23:03:09Z</dcterms:created>
  <dcterms:modified xsi:type="dcterms:W3CDTF">2025-11-10T13:50:08Z</dcterms:modified>
</cp:coreProperties>
</file>