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7" r:id="rId2"/>
  </p:sldIdLst>
  <p:sldSz cx="13716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71"/>
    <p:restoredTop sz="94562"/>
  </p:normalViewPr>
  <p:slideViewPr>
    <p:cSldViewPr snapToGrid="0">
      <p:cViewPr varScale="1">
        <p:scale>
          <a:sx n="112" d="100"/>
          <a:sy n="112" d="100"/>
        </p:scale>
        <p:origin x="64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1496484"/>
            <a:ext cx="116586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4500" y="4802717"/>
            <a:ext cx="10287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069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166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5832" y="2279653"/>
            <a:ext cx="1183005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5832" y="6119286"/>
            <a:ext cx="1183005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839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2434167"/>
            <a:ext cx="58293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725" y="2434167"/>
            <a:ext cx="58293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569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1" y="486835"/>
            <a:ext cx="1183005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4763" y="2241551"/>
            <a:ext cx="5802510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4763" y="3340100"/>
            <a:ext cx="5802510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43725" y="2241551"/>
            <a:ext cx="583108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43725" y="3340100"/>
            <a:ext cx="583108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704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727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309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609600"/>
            <a:ext cx="442376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1086" y="1316568"/>
            <a:ext cx="6943725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2743200"/>
            <a:ext cx="442376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056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609600"/>
            <a:ext cx="442376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31086" y="1316568"/>
            <a:ext cx="6943725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2743200"/>
            <a:ext cx="442376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0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555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15513" y="486833"/>
            <a:ext cx="2957513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6" y="486833"/>
            <a:ext cx="8701088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79C8-AEB4-F249-8C01-E92E9B77561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080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2975" y="486835"/>
            <a:ext cx="1183005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975" y="2434167"/>
            <a:ext cx="1183005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975" y="8475136"/>
            <a:ext cx="30861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BC79C8-AEB4-F249-8C01-E92E9B77561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3425" y="8475136"/>
            <a:ext cx="46291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86925" y="8475136"/>
            <a:ext cx="30861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DFDB0A-9439-F44B-A0CB-138812A7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715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41727B-FEF8-44B3-37B7-3FF4765D230B}"/>
              </a:ext>
            </a:extLst>
          </p:cNvPr>
          <p:cNvSpPr txBox="1"/>
          <p:nvPr/>
        </p:nvSpPr>
        <p:spPr>
          <a:xfrm>
            <a:off x="533257" y="549893"/>
            <a:ext cx="505196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Zadanie 2.3 – Generatory pseudolosowe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008E97-840D-F703-3F7B-50A11CE6F3E5}"/>
              </a:ext>
            </a:extLst>
          </p:cNvPr>
          <p:cNvSpPr txBox="1"/>
          <p:nvPr/>
        </p:nvSpPr>
        <p:spPr>
          <a:xfrm>
            <a:off x="533258" y="1003586"/>
            <a:ext cx="101230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3600" dirty="0"/>
              <a:t>Opóźniony generator pseudolosowy Fibonacciego</a:t>
            </a:r>
          </a:p>
        </p:txBody>
      </p:sp>
      <p:sp>
        <p:nvSpPr>
          <p:cNvPr id="6" name="Terminator 5">
            <a:extLst>
              <a:ext uri="{FF2B5EF4-FFF2-40B4-BE49-F238E27FC236}">
                <a16:creationId xmlns:a16="http://schemas.microsoft.com/office/drawing/2014/main" id="{E402C046-98F0-65EE-8D76-B5C679C100EC}"/>
              </a:ext>
            </a:extLst>
          </p:cNvPr>
          <p:cNvSpPr/>
          <p:nvPr/>
        </p:nvSpPr>
        <p:spPr>
          <a:xfrm>
            <a:off x="2787908" y="1994616"/>
            <a:ext cx="914400" cy="301752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Start</a:t>
            </a:r>
          </a:p>
        </p:txBody>
      </p:sp>
      <p:sp>
        <p:nvSpPr>
          <p:cNvPr id="7" name="Data 6">
            <a:extLst>
              <a:ext uri="{FF2B5EF4-FFF2-40B4-BE49-F238E27FC236}">
                <a16:creationId xmlns:a16="http://schemas.microsoft.com/office/drawing/2014/main" id="{B8A4C49B-7550-489B-FB16-6D52D32C7784}"/>
              </a:ext>
            </a:extLst>
          </p:cNvPr>
          <p:cNvSpPr/>
          <p:nvPr/>
        </p:nvSpPr>
        <p:spPr>
          <a:xfrm>
            <a:off x="1081260" y="2554788"/>
            <a:ext cx="4327697" cy="408882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Wczytaj</a:t>
            </a:r>
            <a:r>
              <a:rPr lang="en-US" sz="1200" dirty="0"/>
              <a:t> </a:t>
            </a:r>
            <a:r>
              <a:rPr lang="en-US" sz="1200" i="1" dirty="0"/>
              <a:t>n, </a:t>
            </a:r>
            <a:r>
              <a:rPr lang="en-US" sz="1200" i="1" dirty="0" err="1"/>
              <a:t>wspołczynniki</a:t>
            </a:r>
            <a:r>
              <a:rPr lang="en-US" sz="1200" i="1" dirty="0"/>
              <a:t> j, k, </a:t>
            </a:r>
            <a:r>
              <a:rPr lang="en-US" sz="1200" dirty="0" err="1"/>
              <a:t>operację</a:t>
            </a:r>
            <a:r>
              <a:rPr lang="en-US" sz="1200" dirty="0"/>
              <a:t> </a:t>
            </a:r>
            <a:r>
              <a:rPr lang="en-US" sz="1200" i="1" dirty="0"/>
              <a:t>op</a:t>
            </a:r>
            <a:r>
              <a:rPr lang="en-US" sz="1200" dirty="0"/>
              <a:t> </a:t>
            </a:r>
            <a:r>
              <a:rPr lang="en-US" sz="1200" dirty="0" err="1"/>
              <a:t>i</a:t>
            </a:r>
            <a:r>
              <a:rPr lang="en-US" sz="1200" dirty="0"/>
              <a:t> </a:t>
            </a:r>
            <a:r>
              <a:rPr lang="en-US" sz="1200" dirty="0" err="1"/>
              <a:t>wartości</a:t>
            </a:r>
            <a:r>
              <a:rPr lang="en-US" sz="1200" dirty="0"/>
              <a:t> </a:t>
            </a:r>
            <a:r>
              <a:rPr lang="en-US" sz="1200" dirty="0" err="1"/>
              <a:t>początkowe</a:t>
            </a:r>
            <a:r>
              <a:rPr lang="en-US" sz="1200" i="1" dirty="0"/>
              <a:t> x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E4F07B0-A0A0-B226-879B-1F80B77FC396}"/>
              </a:ext>
            </a:extLst>
          </p:cNvPr>
          <p:cNvCxnSpPr>
            <a:cxnSpLocks/>
          </p:cNvCxnSpPr>
          <p:nvPr/>
        </p:nvCxnSpPr>
        <p:spPr>
          <a:xfrm>
            <a:off x="3245108" y="2296368"/>
            <a:ext cx="1" cy="2584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rocess 12">
            <a:extLst>
              <a:ext uri="{FF2B5EF4-FFF2-40B4-BE49-F238E27FC236}">
                <a16:creationId xmlns:a16="http://schemas.microsoft.com/office/drawing/2014/main" id="{32D3D6B8-72E7-78F4-0438-49C10D30CD5D}"/>
              </a:ext>
            </a:extLst>
          </p:cNvPr>
          <p:cNvSpPr/>
          <p:nvPr/>
        </p:nvSpPr>
        <p:spPr>
          <a:xfrm>
            <a:off x="2649739" y="3222090"/>
            <a:ext cx="1190738" cy="408882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dirty="0"/>
              <a:t>l ← długość(</a:t>
            </a:r>
            <a:r>
              <a:rPr lang="pl-PL" sz="1200" i="1" dirty="0"/>
              <a:t>x</a:t>
            </a:r>
            <a:r>
              <a:rPr lang="pl-PL" sz="1200" dirty="0"/>
              <a:t>)</a:t>
            </a:r>
          </a:p>
          <a:p>
            <a:pPr algn="ctr"/>
            <a:r>
              <a:rPr lang="pl-PL" sz="1200" dirty="0"/>
              <a:t>i ← 1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6EC70AF-D076-1F1C-C7DB-7EA2FD7115FF}"/>
              </a:ext>
            </a:extLst>
          </p:cNvPr>
          <p:cNvCxnSpPr>
            <a:cxnSpLocks/>
          </p:cNvCxnSpPr>
          <p:nvPr/>
        </p:nvCxnSpPr>
        <p:spPr>
          <a:xfrm flipH="1">
            <a:off x="3245108" y="2963670"/>
            <a:ext cx="1" cy="2584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ecision 20">
            <a:extLst>
              <a:ext uri="{FF2B5EF4-FFF2-40B4-BE49-F238E27FC236}">
                <a16:creationId xmlns:a16="http://schemas.microsoft.com/office/drawing/2014/main" id="{F24FB9FD-6C16-5491-C62E-5266EFCE3AA6}"/>
              </a:ext>
            </a:extLst>
          </p:cNvPr>
          <p:cNvSpPr/>
          <p:nvPr/>
        </p:nvSpPr>
        <p:spPr>
          <a:xfrm>
            <a:off x="2559308" y="3889392"/>
            <a:ext cx="1371600" cy="612648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dirty="0"/>
              <a:t>i &lt;= n </a:t>
            </a:r>
          </a:p>
        </p:txBody>
      </p:sp>
      <p:sp>
        <p:nvSpPr>
          <p:cNvPr id="22" name="Process 21">
            <a:extLst>
              <a:ext uri="{FF2B5EF4-FFF2-40B4-BE49-F238E27FC236}">
                <a16:creationId xmlns:a16="http://schemas.microsoft.com/office/drawing/2014/main" id="{192A454B-2979-C9A0-8EB9-C6E16965E762}"/>
              </a:ext>
            </a:extLst>
          </p:cNvPr>
          <p:cNvSpPr/>
          <p:nvPr/>
        </p:nvSpPr>
        <p:spPr>
          <a:xfrm>
            <a:off x="3702308" y="4759516"/>
            <a:ext cx="2951152" cy="855911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dirty="0"/>
              <a:t>x1 ← x[(</a:t>
            </a:r>
            <a:r>
              <a:rPr lang="pl-PL" sz="1200" dirty="0" err="1"/>
              <a:t>i-j+l</a:t>
            </a:r>
            <a:r>
              <a:rPr lang="pl-PL" sz="1200" dirty="0"/>
              <a:t>) </a:t>
            </a:r>
            <a:r>
              <a:rPr lang="pl-PL" sz="1200" dirty="0" err="1"/>
              <a:t>mod</a:t>
            </a:r>
            <a:r>
              <a:rPr lang="pl-PL" sz="1200" dirty="0"/>
              <a:t> l]</a:t>
            </a:r>
          </a:p>
          <a:p>
            <a:pPr algn="ctr"/>
            <a:r>
              <a:rPr lang="pl-PL" sz="1200" dirty="0"/>
              <a:t>x2 ← x[(</a:t>
            </a:r>
            <a:r>
              <a:rPr lang="pl-PL" sz="1200" dirty="0" err="1"/>
              <a:t>i-k+l</a:t>
            </a:r>
            <a:r>
              <a:rPr lang="pl-PL" sz="1200" dirty="0"/>
              <a:t>) </a:t>
            </a:r>
            <a:r>
              <a:rPr lang="pl-PL" sz="1200" dirty="0" err="1"/>
              <a:t>mod</a:t>
            </a:r>
            <a:r>
              <a:rPr lang="pl-PL" sz="1200" dirty="0"/>
              <a:t> l]</a:t>
            </a:r>
          </a:p>
          <a:p>
            <a:pPr algn="ctr"/>
            <a:r>
              <a:rPr lang="pl-PL" sz="1200" dirty="0" err="1"/>
              <a:t>result</a:t>
            </a:r>
            <a:r>
              <a:rPr lang="pl-PL" sz="1200" dirty="0"/>
              <a:t> ← </a:t>
            </a:r>
            <a:r>
              <a:rPr lang="pl-PL" sz="1200" dirty="0" err="1"/>
              <a:t>op</a:t>
            </a:r>
            <a:r>
              <a:rPr lang="pl-PL" sz="1200" dirty="0"/>
              <a:t>(x1,x2)</a:t>
            </a:r>
          </a:p>
          <a:p>
            <a:pPr algn="ctr"/>
            <a:r>
              <a:rPr lang="pl-PL" sz="1200" dirty="0"/>
              <a:t>x[i </a:t>
            </a:r>
            <a:r>
              <a:rPr lang="pl-PL" sz="1200" dirty="0" err="1"/>
              <a:t>mod</a:t>
            </a:r>
            <a:r>
              <a:rPr lang="pl-PL" sz="1200" dirty="0"/>
              <a:t> l] ← </a:t>
            </a:r>
            <a:r>
              <a:rPr lang="pl-PL" sz="1200" dirty="0" err="1"/>
              <a:t>result</a:t>
            </a:r>
            <a:endParaRPr lang="pl-PL" sz="1200" dirty="0"/>
          </a:p>
        </p:txBody>
      </p:sp>
      <p:sp>
        <p:nvSpPr>
          <p:cNvPr id="23" name="Data 22">
            <a:extLst>
              <a:ext uri="{FF2B5EF4-FFF2-40B4-BE49-F238E27FC236}">
                <a16:creationId xmlns:a16="http://schemas.microsoft.com/office/drawing/2014/main" id="{66738F1F-B2FC-9487-2585-EAA1464252E3}"/>
              </a:ext>
            </a:extLst>
          </p:cNvPr>
          <p:cNvSpPr/>
          <p:nvPr/>
        </p:nvSpPr>
        <p:spPr>
          <a:xfrm>
            <a:off x="4273407" y="5872903"/>
            <a:ext cx="1808955" cy="301752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Wypisz</a:t>
            </a:r>
            <a:r>
              <a:rPr lang="en-US" sz="1200" dirty="0"/>
              <a:t> result</a:t>
            </a:r>
            <a:endParaRPr lang="en-US" sz="1200" i="1" dirty="0"/>
          </a:p>
        </p:txBody>
      </p:sp>
      <p:sp>
        <p:nvSpPr>
          <p:cNvPr id="24" name="Process 23">
            <a:extLst>
              <a:ext uri="{FF2B5EF4-FFF2-40B4-BE49-F238E27FC236}">
                <a16:creationId xmlns:a16="http://schemas.microsoft.com/office/drawing/2014/main" id="{239B36DA-4E96-5E22-1CAA-E8A8DD74C966}"/>
              </a:ext>
            </a:extLst>
          </p:cNvPr>
          <p:cNvSpPr/>
          <p:nvPr/>
        </p:nvSpPr>
        <p:spPr>
          <a:xfrm>
            <a:off x="4847813" y="6432131"/>
            <a:ext cx="660142" cy="298174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200" dirty="0"/>
              <a:t>i ← i+1</a:t>
            </a:r>
          </a:p>
        </p:txBody>
      </p:sp>
      <p:sp>
        <p:nvSpPr>
          <p:cNvPr id="25" name="Terminator 24">
            <a:extLst>
              <a:ext uri="{FF2B5EF4-FFF2-40B4-BE49-F238E27FC236}">
                <a16:creationId xmlns:a16="http://schemas.microsoft.com/office/drawing/2014/main" id="{31BA8DEF-08C4-9DDB-552A-DE72C4DCD6F2}"/>
              </a:ext>
            </a:extLst>
          </p:cNvPr>
          <p:cNvSpPr/>
          <p:nvPr/>
        </p:nvSpPr>
        <p:spPr>
          <a:xfrm>
            <a:off x="1873508" y="4759516"/>
            <a:ext cx="914400" cy="301752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Koniec</a:t>
            </a:r>
            <a:endParaRPr lang="en-US" sz="1200" dirty="0"/>
          </a:p>
        </p:txBody>
      </p: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D6A0E387-3A69-3649-F373-FBCD1E024ED3}"/>
              </a:ext>
            </a:extLst>
          </p:cNvPr>
          <p:cNvCxnSpPr>
            <a:stCxn id="21" idx="3"/>
            <a:endCxn id="22" idx="0"/>
          </p:cNvCxnSpPr>
          <p:nvPr/>
        </p:nvCxnSpPr>
        <p:spPr>
          <a:xfrm>
            <a:off x="3930908" y="4195716"/>
            <a:ext cx="1246976" cy="56380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BD826D6-A976-7203-BC41-87934594D550}"/>
              </a:ext>
            </a:extLst>
          </p:cNvPr>
          <p:cNvCxnSpPr>
            <a:stCxn id="22" idx="2"/>
            <a:endCxn id="23" idx="1"/>
          </p:cNvCxnSpPr>
          <p:nvPr/>
        </p:nvCxnSpPr>
        <p:spPr>
          <a:xfrm>
            <a:off x="5177884" y="5615427"/>
            <a:ext cx="1" cy="2574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372313B-396A-D3F4-6ABF-1B4150FE9182}"/>
              </a:ext>
            </a:extLst>
          </p:cNvPr>
          <p:cNvCxnSpPr>
            <a:stCxn id="23" idx="4"/>
            <a:endCxn id="24" idx="0"/>
          </p:cNvCxnSpPr>
          <p:nvPr/>
        </p:nvCxnSpPr>
        <p:spPr>
          <a:xfrm flipH="1">
            <a:off x="5177884" y="6174655"/>
            <a:ext cx="1" cy="2574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5CA52EEF-1995-D830-DC5E-188B3E851223}"/>
              </a:ext>
            </a:extLst>
          </p:cNvPr>
          <p:cNvCxnSpPr>
            <a:stCxn id="24" idx="2"/>
            <a:endCxn id="21" idx="0"/>
          </p:cNvCxnSpPr>
          <p:nvPr/>
        </p:nvCxnSpPr>
        <p:spPr>
          <a:xfrm rot="5400000" flipH="1">
            <a:off x="2791039" y="4343461"/>
            <a:ext cx="2840913" cy="1932776"/>
          </a:xfrm>
          <a:prstGeom prst="bentConnector5">
            <a:avLst>
              <a:gd name="adj1" fmla="val -8047"/>
              <a:gd name="adj2" fmla="val -88056"/>
              <a:gd name="adj3" fmla="val 10543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34A1D3D-C00B-2800-14F7-BB1E4E945A35}"/>
              </a:ext>
            </a:extLst>
          </p:cNvPr>
          <p:cNvCxnSpPr>
            <a:cxnSpLocks/>
            <a:stCxn id="13" idx="2"/>
            <a:endCxn id="21" idx="0"/>
          </p:cNvCxnSpPr>
          <p:nvPr/>
        </p:nvCxnSpPr>
        <p:spPr>
          <a:xfrm>
            <a:off x="3245108" y="3630972"/>
            <a:ext cx="0" cy="2584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23556B14-B2FA-98C6-58B6-2C99A66B8C18}"/>
              </a:ext>
            </a:extLst>
          </p:cNvPr>
          <p:cNvCxnSpPr>
            <a:stCxn id="21" idx="1"/>
            <a:endCxn id="25" idx="0"/>
          </p:cNvCxnSpPr>
          <p:nvPr/>
        </p:nvCxnSpPr>
        <p:spPr>
          <a:xfrm rot="10800000" flipV="1">
            <a:off x="2330708" y="4195716"/>
            <a:ext cx="228600" cy="56380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9D13FEC3-F30F-AA06-CA2D-2B529262CF35}"/>
              </a:ext>
            </a:extLst>
          </p:cNvPr>
          <p:cNvSpPr txBox="1"/>
          <p:nvPr/>
        </p:nvSpPr>
        <p:spPr>
          <a:xfrm>
            <a:off x="3946517" y="3877309"/>
            <a:ext cx="494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tak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98CBB18-DA7B-970F-0244-E1EE6221CA42}"/>
              </a:ext>
            </a:extLst>
          </p:cNvPr>
          <p:cNvSpPr txBox="1"/>
          <p:nvPr/>
        </p:nvSpPr>
        <p:spPr>
          <a:xfrm>
            <a:off x="2207956" y="3853385"/>
            <a:ext cx="487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nie</a:t>
            </a:r>
          </a:p>
        </p:txBody>
      </p:sp>
    </p:spTree>
    <p:extLst>
      <p:ext uri="{BB962C8B-B14F-4D97-AF65-F5344CB8AC3E}">
        <p14:creationId xmlns:p14="http://schemas.microsoft.com/office/powerpoint/2010/main" val="977508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902</TotalTime>
  <Words>84</Words>
  <Application>Microsoft Macintosh PowerPoint</Application>
  <PresentationFormat>Custom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Bartosz Bieniek (bb315945)</dc:creator>
  <cp:lastModifiedBy>Bartosz Bieniek (bb315945)</cp:lastModifiedBy>
  <cp:revision>15</cp:revision>
  <dcterms:created xsi:type="dcterms:W3CDTF">2025-11-02T23:03:09Z</dcterms:created>
  <dcterms:modified xsi:type="dcterms:W3CDTF">2025-11-10T19:57:03Z</dcterms:modified>
</cp:coreProperties>
</file>