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7" r:id="rId2"/>
  </p:sldIdLst>
  <p:sldSz cx="1371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71"/>
    <p:restoredTop sz="94598"/>
  </p:normalViewPr>
  <p:slideViewPr>
    <p:cSldViewPr snapToGrid="0">
      <p:cViewPr>
        <p:scale>
          <a:sx n="146" d="100"/>
          <a:sy n="146" d="100"/>
        </p:scale>
        <p:origin x="144" y="-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496484"/>
            <a:ext cx="116586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4802717"/>
            <a:ext cx="10287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069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166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2279653"/>
            <a:ext cx="1183005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6119286"/>
            <a:ext cx="1183005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839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434167"/>
            <a:ext cx="58293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2434167"/>
            <a:ext cx="58293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569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1" y="486835"/>
            <a:ext cx="1183005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2241551"/>
            <a:ext cx="5802510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3340100"/>
            <a:ext cx="5802510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2241551"/>
            <a:ext cx="583108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3340100"/>
            <a:ext cx="58310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04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727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309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6" y="1316568"/>
            <a:ext cx="6943725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056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6" y="1316568"/>
            <a:ext cx="6943725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0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555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486833"/>
            <a:ext cx="2957513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486833"/>
            <a:ext cx="8701088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080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486835"/>
            <a:ext cx="1183005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2434167"/>
            <a:ext cx="1183005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8475136"/>
            <a:ext cx="46291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715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1727B-FEF8-44B3-37B7-3FF4765D230B}"/>
              </a:ext>
            </a:extLst>
          </p:cNvPr>
          <p:cNvSpPr txBox="1"/>
          <p:nvPr/>
        </p:nvSpPr>
        <p:spPr>
          <a:xfrm>
            <a:off x="533257" y="549893"/>
            <a:ext cx="50519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2.4 – Generatory pseudolosowe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08E97-840D-F703-3F7B-50A11CE6F3E5}"/>
              </a:ext>
            </a:extLst>
          </p:cNvPr>
          <p:cNvSpPr txBox="1"/>
          <p:nvPr/>
        </p:nvSpPr>
        <p:spPr>
          <a:xfrm>
            <a:off x="533258" y="1003586"/>
            <a:ext cx="66521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dirty="0"/>
              <a:t>Liniowy generator </a:t>
            </a:r>
            <a:r>
              <a:rPr lang="pl-PL" sz="3600" dirty="0" err="1"/>
              <a:t>kongruencyjny</a:t>
            </a:r>
            <a:endParaRPr lang="pl-PL" sz="3600" dirty="0"/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E402C046-98F0-65EE-8D76-B5C679C100EC}"/>
              </a:ext>
            </a:extLst>
          </p:cNvPr>
          <p:cNvSpPr/>
          <p:nvPr/>
        </p:nvSpPr>
        <p:spPr>
          <a:xfrm>
            <a:off x="2787908" y="1994616"/>
            <a:ext cx="914400" cy="30175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Start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B8A4C49B-7550-489B-FB16-6D52D32C7784}"/>
              </a:ext>
            </a:extLst>
          </p:cNvPr>
          <p:cNvSpPr/>
          <p:nvPr/>
        </p:nvSpPr>
        <p:spPr>
          <a:xfrm>
            <a:off x="1081260" y="2554788"/>
            <a:ext cx="4327697" cy="408882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Wczytaj</a:t>
            </a:r>
            <a:r>
              <a:rPr lang="en-US" sz="1200" dirty="0"/>
              <a:t> </a:t>
            </a:r>
            <a:r>
              <a:rPr lang="en-US" sz="1200" i="1" dirty="0"/>
              <a:t>n</a:t>
            </a:r>
            <a:r>
              <a:rPr lang="en-US" sz="1200" dirty="0"/>
              <a:t>, </a:t>
            </a:r>
            <a:r>
              <a:rPr lang="en-US" sz="1200" dirty="0" err="1"/>
              <a:t>współczynniki</a:t>
            </a:r>
            <a:r>
              <a:rPr lang="en-US" sz="1200" dirty="0"/>
              <a:t> </a:t>
            </a:r>
            <a:r>
              <a:rPr lang="en-US" sz="1200" i="1" dirty="0"/>
              <a:t>m</a:t>
            </a:r>
            <a:r>
              <a:rPr lang="en-US" sz="1200" dirty="0"/>
              <a:t>, </a:t>
            </a:r>
            <a:r>
              <a:rPr lang="en-US" sz="1200" i="1" dirty="0"/>
              <a:t>a</a:t>
            </a:r>
            <a:r>
              <a:rPr lang="en-US" sz="1200" dirty="0"/>
              <a:t>, </a:t>
            </a:r>
            <a:r>
              <a:rPr lang="en-US" sz="1200" i="1" dirty="0"/>
              <a:t>c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en-US" sz="1200" dirty="0" err="1"/>
              <a:t>wartość</a:t>
            </a:r>
            <a:r>
              <a:rPr lang="en-US" sz="1200" dirty="0"/>
              <a:t> </a:t>
            </a:r>
            <a:r>
              <a:rPr lang="en-US" sz="1200" dirty="0" err="1"/>
              <a:t>początkową</a:t>
            </a:r>
            <a:r>
              <a:rPr lang="en-US" sz="1200" dirty="0"/>
              <a:t> </a:t>
            </a:r>
            <a:r>
              <a:rPr lang="en-US" sz="1200" i="1" dirty="0"/>
              <a:t>x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E4F07B0-A0A0-B226-879B-1F80B77FC396}"/>
              </a:ext>
            </a:extLst>
          </p:cNvPr>
          <p:cNvCxnSpPr>
            <a:cxnSpLocks/>
          </p:cNvCxnSpPr>
          <p:nvPr/>
        </p:nvCxnSpPr>
        <p:spPr>
          <a:xfrm>
            <a:off x="3245108" y="2296368"/>
            <a:ext cx="1" cy="2584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ecision 20">
            <a:extLst>
              <a:ext uri="{FF2B5EF4-FFF2-40B4-BE49-F238E27FC236}">
                <a16:creationId xmlns:a16="http://schemas.microsoft.com/office/drawing/2014/main" id="{F24FB9FD-6C16-5491-C62E-5266EFCE3AA6}"/>
              </a:ext>
            </a:extLst>
          </p:cNvPr>
          <p:cNvSpPr/>
          <p:nvPr/>
        </p:nvSpPr>
        <p:spPr>
          <a:xfrm>
            <a:off x="2559308" y="3778684"/>
            <a:ext cx="1371600" cy="61264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i &lt;= n </a:t>
            </a:r>
          </a:p>
        </p:txBody>
      </p:sp>
      <p:sp>
        <p:nvSpPr>
          <p:cNvPr id="22" name="Process 21">
            <a:extLst>
              <a:ext uri="{FF2B5EF4-FFF2-40B4-BE49-F238E27FC236}">
                <a16:creationId xmlns:a16="http://schemas.microsoft.com/office/drawing/2014/main" id="{192A454B-2979-C9A0-8EB9-C6E16965E762}"/>
              </a:ext>
            </a:extLst>
          </p:cNvPr>
          <p:cNvSpPr/>
          <p:nvPr/>
        </p:nvSpPr>
        <p:spPr>
          <a:xfrm>
            <a:off x="3702308" y="4589720"/>
            <a:ext cx="1662060" cy="30175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x ← (a * x + c) </a:t>
            </a:r>
            <a:r>
              <a:rPr lang="pl-PL" sz="1200" dirty="0" err="1"/>
              <a:t>mod</a:t>
            </a:r>
            <a:r>
              <a:rPr lang="pl-PL" sz="1200" dirty="0"/>
              <a:t> m</a:t>
            </a:r>
          </a:p>
        </p:txBody>
      </p:sp>
      <p:sp>
        <p:nvSpPr>
          <p:cNvPr id="23" name="Data 22">
            <a:extLst>
              <a:ext uri="{FF2B5EF4-FFF2-40B4-BE49-F238E27FC236}">
                <a16:creationId xmlns:a16="http://schemas.microsoft.com/office/drawing/2014/main" id="{66738F1F-B2FC-9487-2585-EAA1464252E3}"/>
              </a:ext>
            </a:extLst>
          </p:cNvPr>
          <p:cNvSpPr/>
          <p:nvPr/>
        </p:nvSpPr>
        <p:spPr>
          <a:xfrm>
            <a:off x="3628860" y="5144867"/>
            <a:ext cx="1808955" cy="301752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Wypisz</a:t>
            </a:r>
            <a:r>
              <a:rPr lang="en-US" sz="1200" dirty="0"/>
              <a:t> x</a:t>
            </a:r>
            <a:endParaRPr lang="en-US" sz="1200" i="1" dirty="0"/>
          </a:p>
        </p:txBody>
      </p:sp>
      <p:sp>
        <p:nvSpPr>
          <p:cNvPr id="24" name="Process 23">
            <a:extLst>
              <a:ext uri="{FF2B5EF4-FFF2-40B4-BE49-F238E27FC236}">
                <a16:creationId xmlns:a16="http://schemas.microsoft.com/office/drawing/2014/main" id="{239B36DA-4E96-5E22-1CAA-E8A8DD74C966}"/>
              </a:ext>
            </a:extLst>
          </p:cNvPr>
          <p:cNvSpPr/>
          <p:nvPr/>
        </p:nvSpPr>
        <p:spPr>
          <a:xfrm>
            <a:off x="4208547" y="5700014"/>
            <a:ext cx="660142" cy="29817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i ← i+1</a:t>
            </a:r>
          </a:p>
        </p:txBody>
      </p:sp>
      <p:sp>
        <p:nvSpPr>
          <p:cNvPr id="25" name="Terminator 24">
            <a:extLst>
              <a:ext uri="{FF2B5EF4-FFF2-40B4-BE49-F238E27FC236}">
                <a16:creationId xmlns:a16="http://schemas.microsoft.com/office/drawing/2014/main" id="{31BA8DEF-08C4-9DDB-552A-DE72C4DCD6F2}"/>
              </a:ext>
            </a:extLst>
          </p:cNvPr>
          <p:cNvSpPr/>
          <p:nvPr/>
        </p:nvSpPr>
        <p:spPr>
          <a:xfrm>
            <a:off x="1873508" y="4572000"/>
            <a:ext cx="914400" cy="30175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Koniec</a:t>
            </a:r>
            <a:endParaRPr lang="en-US" sz="12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BD826D6-A976-7203-BC41-87934594D550}"/>
              </a:ext>
            </a:extLst>
          </p:cNvPr>
          <p:cNvCxnSpPr>
            <a:cxnSpLocks/>
            <a:stCxn id="22" idx="2"/>
            <a:endCxn id="23" idx="1"/>
          </p:cNvCxnSpPr>
          <p:nvPr/>
        </p:nvCxnSpPr>
        <p:spPr>
          <a:xfrm>
            <a:off x="4533338" y="4891472"/>
            <a:ext cx="0" cy="253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372313B-396A-D3F4-6ABF-1B4150FE9182}"/>
              </a:ext>
            </a:extLst>
          </p:cNvPr>
          <p:cNvCxnSpPr>
            <a:stCxn id="23" idx="4"/>
            <a:endCxn id="24" idx="0"/>
          </p:cNvCxnSpPr>
          <p:nvPr/>
        </p:nvCxnSpPr>
        <p:spPr>
          <a:xfrm>
            <a:off x="4533338" y="5446619"/>
            <a:ext cx="5280" cy="253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23556B14-B2FA-98C6-58B6-2C99A66B8C18}"/>
              </a:ext>
            </a:extLst>
          </p:cNvPr>
          <p:cNvCxnSpPr>
            <a:stCxn id="21" idx="1"/>
            <a:endCxn id="25" idx="0"/>
          </p:cNvCxnSpPr>
          <p:nvPr/>
        </p:nvCxnSpPr>
        <p:spPr>
          <a:xfrm rot="10800000" flipV="1">
            <a:off x="2330708" y="4085008"/>
            <a:ext cx="228600" cy="48699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D13FEC3-F30F-AA06-CA2D-2B529262CF35}"/>
              </a:ext>
            </a:extLst>
          </p:cNvPr>
          <p:cNvSpPr txBox="1"/>
          <p:nvPr/>
        </p:nvSpPr>
        <p:spPr>
          <a:xfrm>
            <a:off x="3930908" y="3791673"/>
            <a:ext cx="494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tak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98CBB18-DA7B-970F-0244-E1EE6221CA42}"/>
              </a:ext>
            </a:extLst>
          </p:cNvPr>
          <p:cNvSpPr txBox="1"/>
          <p:nvPr/>
        </p:nvSpPr>
        <p:spPr>
          <a:xfrm>
            <a:off x="2153627" y="3747180"/>
            <a:ext cx="487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nie</a:t>
            </a:r>
          </a:p>
        </p:txBody>
      </p:sp>
      <p:sp>
        <p:nvSpPr>
          <p:cNvPr id="2" name="Process 1">
            <a:extLst>
              <a:ext uri="{FF2B5EF4-FFF2-40B4-BE49-F238E27FC236}">
                <a16:creationId xmlns:a16="http://schemas.microsoft.com/office/drawing/2014/main" id="{A91D1716-EF1B-3E13-1979-E3A55F7D90B5}"/>
              </a:ext>
            </a:extLst>
          </p:cNvPr>
          <p:cNvSpPr/>
          <p:nvPr/>
        </p:nvSpPr>
        <p:spPr>
          <a:xfrm>
            <a:off x="2915037" y="3222090"/>
            <a:ext cx="660142" cy="29817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i ← 1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95146B0-9AA4-A371-7519-60DC3E8F7116}"/>
              </a:ext>
            </a:extLst>
          </p:cNvPr>
          <p:cNvCxnSpPr>
            <a:stCxn id="7" idx="4"/>
            <a:endCxn id="2" idx="0"/>
          </p:cNvCxnSpPr>
          <p:nvPr/>
        </p:nvCxnSpPr>
        <p:spPr>
          <a:xfrm flipH="1">
            <a:off x="3245108" y="2963670"/>
            <a:ext cx="1" cy="2584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F15FCFE-80F7-369E-60E1-7FA7633D0D27}"/>
              </a:ext>
            </a:extLst>
          </p:cNvPr>
          <p:cNvCxnSpPr>
            <a:stCxn id="2" idx="2"/>
            <a:endCxn id="21" idx="0"/>
          </p:cNvCxnSpPr>
          <p:nvPr/>
        </p:nvCxnSpPr>
        <p:spPr>
          <a:xfrm>
            <a:off x="3245108" y="3520264"/>
            <a:ext cx="0" cy="2584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32C73E69-DE46-A50D-0918-F850A72E783B}"/>
              </a:ext>
            </a:extLst>
          </p:cNvPr>
          <p:cNvCxnSpPr>
            <a:stCxn id="21" idx="3"/>
            <a:endCxn id="22" idx="0"/>
          </p:cNvCxnSpPr>
          <p:nvPr/>
        </p:nvCxnSpPr>
        <p:spPr>
          <a:xfrm>
            <a:off x="3930908" y="4085008"/>
            <a:ext cx="602430" cy="50471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056A62C4-666C-8EED-0081-4D39F01D8A8C}"/>
              </a:ext>
            </a:extLst>
          </p:cNvPr>
          <p:cNvCxnSpPr>
            <a:stCxn id="24" idx="2"/>
            <a:endCxn id="21" idx="0"/>
          </p:cNvCxnSpPr>
          <p:nvPr/>
        </p:nvCxnSpPr>
        <p:spPr>
          <a:xfrm rot="5400000" flipH="1">
            <a:off x="2782111" y="4241681"/>
            <a:ext cx="2219504" cy="1293510"/>
          </a:xfrm>
          <a:prstGeom prst="bentConnector5">
            <a:avLst>
              <a:gd name="adj1" fmla="val -10300"/>
              <a:gd name="adj2" fmla="val -86283"/>
              <a:gd name="adj3" fmla="val 10676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7508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910</TotalTime>
  <Words>49</Words>
  <Application>Microsoft Macintosh PowerPoint</Application>
  <PresentationFormat>Custom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Bartosz Bieniek (bb315945)</dc:creator>
  <cp:lastModifiedBy>Bartosz Bieniek (bb315945)</cp:lastModifiedBy>
  <cp:revision>15</cp:revision>
  <dcterms:created xsi:type="dcterms:W3CDTF">2025-11-02T23:03:09Z</dcterms:created>
  <dcterms:modified xsi:type="dcterms:W3CDTF">2025-11-10T14:49:41Z</dcterms:modified>
</cp:coreProperties>
</file>