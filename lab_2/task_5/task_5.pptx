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1"/>
    <p:restoredTop sz="94584"/>
  </p:normalViewPr>
  <p:slideViewPr>
    <p:cSldViewPr snapToGrid="0">
      <p:cViewPr>
        <p:scale>
          <a:sx n="173" d="100"/>
          <a:sy n="173" d="100"/>
        </p:scale>
        <p:origin x="-552" y="-2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4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0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2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8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7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6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6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32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05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33257" y="626094"/>
            <a:ext cx="5051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2.5 – Generatory pseudolosowe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33258" y="1079787"/>
            <a:ext cx="7536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Generator dodający z przeniesieniem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87908" y="207081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081261" y="2630988"/>
            <a:ext cx="4327697" cy="40888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i="1" dirty="0"/>
              <a:t>n</a:t>
            </a:r>
            <a:r>
              <a:rPr lang="en-US" sz="1200" dirty="0"/>
              <a:t>, </a:t>
            </a:r>
            <a:r>
              <a:rPr lang="en-US" sz="1200" dirty="0" err="1"/>
              <a:t>wspołczynniki</a:t>
            </a:r>
            <a:r>
              <a:rPr lang="en-US" sz="1200" dirty="0"/>
              <a:t> </a:t>
            </a:r>
            <a:r>
              <a:rPr lang="en-US" sz="1200" i="1" dirty="0"/>
              <a:t>m</a:t>
            </a:r>
            <a:r>
              <a:rPr lang="en-US" sz="1200" dirty="0"/>
              <a:t>, </a:t>
            </a:r>
            <a:r>
              <a:rPr lang="en-US" sz="1200" i="1" dirty="0"/>
              <a:t>j</a:t>
            </a:r>
            <a:r>
              <a:rPr lang="en-US" sz="1200" dirty="0"/>
              <a:t>, </a:t>
            </a:r>
            <a:r>
              <a:rPr lang="en-US" sz="1200" i="1" dirty="0"/>
              <a:t>k </a:t>
            </a:r>
            <a:r>
              <a:rPr lang="en-US" sz="1200" dirty="0" err="1"/>
              <a:t>i</a:t>
            </a:r>
            <a:r>
              <a:rPr lang="en-US" sz="1200" dirty="0"/>
              <a:t> </a:t>
            </a:r>
            <a:r>
              <a:rPr lang="en-US" sz="1200" dirty="0" err="1"/>
              <a:t>wartości</a:t>
            </a:r>
            <a:r>
              <a:rPr lang="en-US" sz="1200" dirty="0"/>
              <a:t> </a:t>
            </a:r>
            <a:r>
              <a:rPr lang="en-US" sz="1200" dirty="0" err="1"/>
              <a:t>początkowe</a:t>
            </a:r>
            <a:r>
              <a:rPr lang="en-US" sz="1200" dirty="0"/>
              <a:t> </a:t>
            </a:r>
            <a:r>
              <a:rPr lang="en-US" sz="1200" i="1" dirty="0"/>
              <a:t>x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245109" y="2372568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>
            <a:extLst>
              <a:ext uri="{FF2B5EF4-FFF2-40B4-BE49-F238E27FC236}">
                <a16:creationId xmlns:a16="http://schemas.microsoft.com/office/drawing/2014/main" id="{32D3D6B8-72E7-78F4-0438-49C10D30CD5D}"/>
              </a:ext>
            </a:extLst>
          </p:cNvPr>
          <p:cNvSpPr/>
          <p:nvPr/>
        </p:nvSpPr>
        <p:spPr>
          <a:xfrm>
            <a:off x="2483211" y="3298290"/>
            <a:ext cx="1523794" cy="7152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l ← długość(</a:t>
            </a:r>
            <a:r>
              <a:rPr lang="pl-PL" sz="1200" i="1" dirty="0"/>
              <a:t>x</a:t>
            </a:r>
            <a:r>
              <a:rPr lang="pl-PL" sz="1200" dirty="0"/>
              <a:t>)</a:t>
            </a:r>
          </a:p>
          <a:p>
            <a:pPr algn="ctr"/>
            <a:r>
              <a:rPr lang="pl-PL" sz="1200" dirty="0"/>
              <a:t>c ← 0</a:t>
            </a:r>
          </a:p>
          <a:p>
            <a:pPr algn="ctr"/>
            <a:r>
              <a:rPr lang="pl-PL" sz="1200" dirty="0"/>
              <a:t>i ← 1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6EC70AF-D076-1F1C-C7DB-7EA2FD7115FF}"/>
              </a:ext>
            </a:extLst>
          </p:cNvPr>
          <p:cNvCxnSpPr>
            <a:cxnSpLocks/>
          </p:cNvCxnSpPr>
          <p:nvPr/>
        </p:nvCxnSpPr>
        <p:spPr>
          <a:xfrm flipH="1">
            <a:off x="3245109" y="3039870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>
            <a:extLst>
              <a:ext uri="{FF2B5EF4-FFF2-40B4-BE49-F238E27FC236}">
                <a16:creationId xmlns:a16="http://schemas.microsoft.com/office/drawing/2014/main" id="{F24FB9FD-6C16-5491-C62E-5266EFCE3AA6}"/>
              </a:ext>
            </a:extLst>
          </p:cNvPr>
          <p:cNvSpPr/>
          <p:nvPr/>
        </p:nvSpPr>
        <p:spPr>
          <a:xfrm>
            <a:off x="2559308" y="4307920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&lt;= n </a:t>
            </a: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192A454B-2979-C9A0-8EB9-C6E16965E762}"/>
              </a:ext>
            </a:extLst>
          </p:cNvPr>
          <p:cNvSpPr/>
          <p:nvPr/>
        </p:nvSpPr>
        <p:spPr>
          <a:xfrm>
            <a:off x="3702308" y="5178045"/>
            <a:ext cx="2951152" cy="107848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x1 ← x[(</a:t>
            </a:r>
            <a:r>
              <a:rPr lang="pl-PL" sz="1200" dirty="0" err="1"/>
              <a:t>i-j+l</a:t>
            </a:r>
            <a:r>
              <a:rPr lang="pl-PL" sz="1200" dirty="0"/>
              <a:t>) </a:t>
            </a:r>
            <a:r>
              <a:rPr lang="pl-PL" sz="1200" dirty="0" err="1"/>
              <a:t>mod</a:t>
            </a:r>
            <a:r>
              <a:rPr lang="pl-PL" sz="1200" dirty="0"/>
              <a:t> l]</a:t>
            </a:r>
          </a:p>
          <a:p>
            <a:pPr algn="ctr"/>
            <a:r>
              <a:rPr lang="pl-PL" sz="1200" dirty="0"/>
              <a:t>x2 ← x[(</a:t>
            </a:r>
            <a:r>
              <a:rPr lang="pl-PL" sz="1200" dirty="0" err="1"/>
              <a:t>i-k+l</a:t>
            </a:r>
            <a:r>
              <a:rPr lang="pl-PL" sz="1200" dirty="0"/>
              <a:t>) </a:t>
            </a:r>
            <a:r>
              <a:rPr lang="pl-PL" sz="1200" dirty="0" err="1"/>
              <a:t>mod</a:t>
            </a:r>
            <a:r>
              <a:rPr lang="pl-PL" sz="1200" dirty="0"/>
              <a:t> l]</a:t>
            </a:r>
          </a:p>
          <a:p>
            <a:pPr algn="ctr"/>
            <a:r>
              <a:rPr lang="pl-PL" sz="1200" dirty="0" err="1"/>
              <a:t>lhs</a:t>
            </a:r>
            <a:r>
              <a:rPr lang="pl-PL" sz="1200" dirty="0"/>
              <a:t> ← x1 + x2 + c</a:t>
            </a:r>
          </a:p>
          <a:p>
            <a:pPr algn="ctr"/>
            <a:r>
              <a:rPr lang="pl-PL" sz="1200" dirty="0" err="1"/>
              <a:t>result</a:t>
            </a:r>
            <a:r>
              <a:rPr lang="pl-PL" sz="1200" dirty="0"/>
              <a:t> ← </a:t>
            </a:r>
            <a:r>
              <a:rPr lang="pl-PL" sz="1200" dirty="0" err="1"/>
              <a:t>lhs</a:t>
            </a:r>
            <a:r>
              <a:rPr lang="pl-PL" sz="1200" dirty="0"/>
              <a:t> </a:t>
            </a:r>
            <a:r>
              <a:rPr lang="pl-PL" sz="1200" dirty="0" err="1"/>
              <a:t>mod</a:t>
            </a:r>
            <a:r>
              <a:rPr lang="pl-PL" sz="1200" dirty="0"/>
              <a:t> m</a:t>
            </a:r>
          </a:p>
          <a:p>
            <a:pPr algn="ctr"/>
            <a:r>
              <a:rPr lang="pl-PL" sz="1200" dirty="0"/>
              <a:t>x[i </a:t>
            </a:r>
            <a:r>
              <a:rPr lang="pl-PL" sz="1200" dirty="0" err="1"/>
              <a:t>mod</a:t>
            </a:r>
            <a:r>
              <a:rPr lang="pl-PL" sz="1200" dirty="0"/>
              <a:t> l] ← </a:t>
            </a:r>
            <a:r>
              <a:rPr lang="pl-PL" sz="1200" dirty="0" err="1"/>
              <a:t>result</a:t>
            </a:r>
            <a:endParaRPr lang="pl-PL" sz="1200" dirty="0"/>
          </a:p>
        </p:txBody>
      </p:sp>
      <p:sp>
        <p:nvSpPr>
          <p:cNvPr id="23" name="Data 22">
            <a:extLst>
              <a:ext uri="{FF2B5EF4-FFF2-40B4-BE49-F238E27FC236}">
                <a16:creationId xmlns:a16="http://schemas.microsoft.com/office/drawing/2014/main" id="{66738F1F-B2FC-9487-2585-EAA1464252E3}"/>
              </a:ext>
            </a:extLst>
          </p:cNvPr>
          <p:cNvSpPr/>
          <p:nvPr/>
        </p:nvSpPr>
        <p:spPr>
          <a:xfrm>
            <a:off x="4273408" y="8092955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result</a:t>
            </a:r>
            <a:endParaRPr lang="en-US" sz="1200" i="1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239B36DA-4E96-5E22-1CAA-E8A8DD74C966}"/>
              </a:ext>
            </a:extLst>
          </p:cNvPr>
          <p:cNvSpPr/>
          <p:nvPr/>
        </p:nvSpPr>
        <p:spPr>
          <a:xfrm>
            <a:off x="4847813" y="8652183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i+1</a:t>
            </a:r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31BA8DEF-08C4-9DDB-552A-DE72C4DCD6F2}"/>
              </a:ext>
            </a:extLst>
          </p:cNvPr>
          <p:cNvSpPr/>
          <p:nvPr/>
        </p:nvSpPr>
        <p:spPr>
          <a:xfrm>
            <a:off x="1873508" y="5178044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Koniec</a:t>
            </a:r>
            <a:endParaRPr lang="en-US" sz="1200" dirty="0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6A0E387-3A69-3649-F373-FBCD1E024ED3}"/>
              </a:ext>
            </a:extLst>
          </p:cNvPr>
          <p:cNvCxnSpPr>
            <a:cxnSpLocks/>
            <a:stCxn id="21" idx="3"/>
            <a:endCxn id="22" idx="0"/>
          </p:cNvCxnSpPr>
          <p:nvPr/>
        </p:nvCxnSpPr>
        <p:spPr>
          <a:xfrm>
            <a:off x="3930908" y="4614244"/>
            <a:ext cx="1246976" cy="5638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72313B-396A-D3F4-6ABF-1B4150FE9182}"/>
              </a:ext>
            </a:extLst>
          </p:cNvPr>
          <p:cNvCxnSpPr>
            <a:stCxn id="23" idx="4"/>
            <a:endCxn id="24" idx="0"/>
          </p:cNvCxnSpPr>
          <p:nvPr/>
        </p:nvCxnSpPr>
        <p:spPr>
          <a:xfrm flipH="1">
            <a:off x="5177885" y="8394707"/>
            <a:ext cx="1" cy="257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5CA52EEF-1995-D830-DC5E-188B3E851223}"/>
              </a:ext>
            </a:extLst>
          </p:cNvPr>
          <p:cNvCxnSpPr>
            <a:stCxn id="24" idx="2"/>
            <a:endCxn id="21" idx="0"/>
          </p:cNvCxnSpPr>
          <p:nvPr/>
        </p:nvCxnSpPr>
        <p:spPr>
          <a:xfrm rot="5400000" flipH="1">
            <a:off x="1890277" y="5662751"/>
            <a:ext cx="4642437" cy="1932776"/>
          </a:xfrm>
          <a:prstGeom prst="bentConnector5">
            <a:avLst>
              <a:gd name="adj1" fmla="val -4924"/>
              <a:gd name="adj2" fmla="val -91977"/>
              <a:gd name="adj3" fmla="val 1038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4A1D3D-C00B-2800-14F7-BB1E4E945A35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3245108" y="4013494"/>
            <a:ext cx="0" cy="294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23556B14-B2FA-98C6-58B6-2C99A66B8C18}"/>
              </a:ext>
            </a:extLst>
          </p:cNvPr>
          <p:cNvCxnSpPr>
            <a:stCxn id="21" idx="1"/>
            <a:endCxn id="25" idx="0"/>
          </p:cNvCxnSpPr>
          <p:nvPr/>
        </p:nvCxnSpPr>
        <p:spPr>
          <a:xfrm rot="10800000" flipV="1">
            <a:off x="2330708" y="4614244"/>
            <a:ext cx="228600" cy="5638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D13FEC3-F30F-AA06-CA2D-2B529262CF35}"/>
              </a:ext>
            </a:extLst>
          </p:cNvPr>
          <p:cNvSpPr txBox="1"/>
          <p:nvPr/>
        </p:nvSpPr>
        <p:spPr>
          <a:xfrm>
            <a:off x="3946518" y="4295837"/>
            <a:ext cx="49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8CBB18-DA7B-970F-0244-E1EE6221CA42}"/>
              </a:ext>
            </a:extLst>
          </p:cNvPr>
          <p:cNvSpPr txBox="1"/>
          <p:nvPr/>
        </p:nvSpPr>
        <p:spPr>
          <a:xfrm>
            <a:off x="2207956" y="4271913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18" name="Decision 17">
            <a:extLst>
              <a:ext uri="{FF2B5EF4-FFF2-40B4-BE49-F238E27FC236}">
                <a16:creationId xmlns:a16="http://schemas.microsoft.com/office/drawing/2014/main" id="{1EBB12AD-63BE-F3EF-C5A6-4128154B8453}"/>
              </a:ext>
            </a:extLst>
          </p:cNvPr>
          <p:cNvSpPr/>
          <p:nvPr/>
        </p:nvSpPr>
        <p:spPr>
          <a:xfrm>
            <a:off x="4375100" y="6514007"/>
            <a:ext cx="160557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 err="1"/>
              <a:t>lhs</a:t>
            </a:r>
            <a:r>
              <a:rPr lang="pl-PL" sz="1200" dirty="0"/>
              <a:t> &gt;= m </a:t>
            </a:r>
          </a:p>
        </p:txBody>
      </p:sp>
      <p:sp>
        <p:nvSpPr>
          <p:cNvPr id="20" name="Process 19">
            <a:extLst>
              <a:ext uri="{FF2B5EF4-FFF2-40B4-BE49-F238E27FC236}">
                <a16:creationId xmlns:a16="http://schemas.microsoft.com/office/drawing/2014/main" id="{14FAB5D6-9CB4-B462-4D1C-5069121E4628}"/>
              </a:ext>
            </a:extLst>
          </p:cNvPr>
          <p:cNvSpPr/>
          <p:nvPr/>
        </p:nvSpPr>
        <p:spPr>
          <a:xfrm>
            <a:off x="5980670" y="7384131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c ← 1</a:t>
            </a: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28CD736E-D7B7-1F17-698E-A86FF2D9380A}"/>
              </a:ext>
            </a:extLst>
          </p:cNvPr>
          <p:cNvSpPr/>
          <p:nvPr/>
        </p:nvSpPr>
        <p:spPr>
          <a:xfrm>
            <a:off x="3714958" y="7382565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c ← 0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F86EF14-A9BA-EBE0-9D11-065BF7BFC9D9}"/>
              </a:ext>
            </a:extLst>
          </p:cNvPr>
          <p:cNvCxnSpPr>
            <a:stCxn id="18" idx="3"/>
            <a:endCxn id="20" idx="0"/>
          </p:cNvCxnSpPr>
          <p:nvPr/>
        </p:nvCxnSpPr>
        <p:spPr>
          <a:xfrm>
            <a:off x="5980670" y="6820331"/>
            <a:ext cx="330071" cy="5638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AEB0816D-8073-71F7-95A2-21C23F58985B}"/>
              </a:ext>
            </a:extLst>
          </p:cNvPr>
          <p:cNvCxnSpPr>
            <a:stCxn id="18" idx="1"/>
            <a:endCxn id="26" idx="0"/>
          </p:cNvCxnSpPr>
          <p:nvPr/>
        </p:nvCxnSpPr>
        <p:spPr>
          <a:xfrm rot="10800000" flipV="1">
            <a:off x="4045030" y="6820331"/>
            <a:ext cx="330071" cy="5622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53E4AE83-08EE-30FA-59D1-6754AACF7D14}"/>
              </a:ext>
            </a:extLst>
          </p:cNvPr>
          <p:cNvCxnSpPr>
            <a:stCxn id="26" idx="2"/>
            <a:endCxn id="23" idx="1"/>
          </p:cNvCxnSpPr>
          <p:nvPr/>
        </p:nvCxnSpPr>
        <p:spPr>
          <a:xfrm rot="16200000" flipH="1">
            <a:off x="4405349" y="7320418"/>
            <a:ext cx="412216" cy="113285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000EA59-B484-FD9E-53E5-D2FF741309C9}"/>
              </a:ext>
            </a:extLst>
          </p:cNvPr>
          <p:cNvCxnSpPr>
            <a:stCxn id="20" idx="2"/>
            <a:endCxn id="23" idx="1"/>
          </p:cNvCxnSpPr>
          <p:nvPr/>
        </p:nvCxnSpPr>
        <p:spPr>
          <a:xfrm rot="5400000">
            <a:off x="5538989" y="7321203"/>
            <a:ext cx="410650" cy="11328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DD766F2-A572-BB4F-9417-CF609B4C1BCB}"/>
              </a:ext>
            </a:extLst>
          </p:cNvPr>
          <p:cNvCxnSpPr>
            <a:stCxn id="22" idx="2"/>
            <a:endCxn id="18" idx="0"/>
          </p:cNvCxnSpPr>
          <p:nvPr/>
        </p:nvCxnSpPr>
        <p:spPr>
          <a:xfrm>
            <a:off x="5177884" y="6256532"/>
            <a:ext cx="1" cy="257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0F5433E-C61C-0D7E-856B-2C233A847AD0}"/>
              </a:ext>
            </a:extLst>
          </p:cNvPr>
          <p:cNvSpPr txBox="1"/>
          <p:nvPr/>
        </p:nvSpPr>
        <p:spPr>
          <a:xfrm>
            <a:off x="5927713" y="6490462"/>
            <a:ext cx="49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15B510-955C-A89C-C7D2-4A5B67EBC131}"/>
              </a:ext>
            </a:extLst>
          </p:cNvPr>
          <p:cNvSpPr txBox="1"/>
          <p:nvPr/>
        </p:nvSpPr>
        <p:spPr>
          <a:xfrm>
            <a:off x="3969805" y="6488412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917</TotalTime>
  <Words>101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17</cp:revision>
  <dcterms:created xsi:type="dcterms:W3CDTF">2025-11-02T23:03:09Z</dcterms:created>
  <dcterms:modified xsi:type="dcterms:W3CDTF">2025-11-10T20:02:42Z</dcterms:modified>
</cp:coreProperties>
</file>