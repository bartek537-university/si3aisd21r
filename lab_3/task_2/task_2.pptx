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2"/>
    <p:restoredTop sz="94643"/>
  </p:normalViewPr>
  <p:slideViewPr>
    <p:cSldViewPr snapToGrid="0">
      <p:cViewPr varScale="1">
        <p:scale>
          <a:sx n="188" d="100"/>
          <a:sy n="188" d="100"/>
        </p:scale>
        <p:origin x="2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674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7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867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000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177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142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6253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154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495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46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232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2.01.2026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5580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20571" y="360138"/>
            <a:ext cx="3275064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3.2. Kolejka priorytetowa.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20574" y="700408"/>
            <a:ext cx="53157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</a:t>
            </a:r>
            <a:r>
              <a:rPr lang="pl-PL" sz="2700" dirty="0" err="1"/>
              <a:t>enqueue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881566" y="154850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2079314" y="1986178"/>
            <a:ext cx="2290304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4159531" y="2983127"/>
            <a:ext cx="718280" cy="24300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408021" y="2446476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&lt; </a:t>
            </a:r>
            <a:r>
              <a:rPr lang="pl-PL" sz="900" i="1" dirty="0" err="1"/>
              <a:t>capacity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536659" y="3060931"/>
            <a:ext cx="224115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przepełnieniu</a:t>
            </a:r>
            <a:r>
              <a:rPr lang="en-US" sz="900" dirty="0"/>
              <a:t> </a:t>
            </a:r>
            <a:r>
              <a:rPr lang="en-US" sz="900" dirty="0" err="1"/>
              <a:t>kolejki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2195766" y="514918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4040911" y="2609124"/>
            <a:ext cx="477760" cy="3740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657235" y="2609124"/>
            <a:ext cx="750786" cy="4518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stCxn id="7" idx="4"/>
            <a:endCxn id="3" idx="0"/>
          </p:cNvCxnSpPr>
          <p:nvPr/>
        </p:nvCxnSpPr>
        <p:spPr>
          <a:xfrm>
            <a:off x="3224466" y="2235122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3224466" y="1774823"/>
            <a:ext cx="0" cy="21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99DCDD4-7423-55B5-6EDD-CD393EC9319E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6200000" flipH="1">
            <a:off x="1207713" y="3818229"/>
            <a:ext cx="1780474" cy="881431"/>
          </a:xfrm>
          <a:prstGeom prst="bentConnector3">
            <a:avLst>
              <a:gd name="adj1" fmla="val 871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2032629" y="234080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4038959" y="23344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30D55670-3DA9-FDAA-8AF0-38CC03314B9F}"/>
              </a:ext>
            </a:extLst>
          </p:cNvPr>
          <p:cNvSpPr/>
          <p:nvPr/>
        </p:nvSpPr>
        <p:spPr>
          <a:xfrm>
            <a:off x="4159531" y="3457277"/>
            <a:ext cx="71828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&gt; </a:t>
            </a:r>
            <a:r>
              <a:rPr lang="pl-PL" sz="900" i="1" dirty="0"/>
              <a:t>0</a:t>
            </a:r>
          </a:p>
        </p:txBody>
      </p:sp>
      <p:sp>
        <p:nvSpPr>
          <p:cNvPr id="23" name="Decision 22">
            <a:extLst>
              <a:ext uri="{FF2B5EF4-FFF2-40B4-BE49-F238E27FC236}">
                <a16:creationId xmlns:a16="http://schemas.microsoft.com/office/drawing/2014/main" id="{33820BAD-B03F-EE20-2F8D-2E68D601D10F}"/>
              </a:ext>
            </a:extLst>
          </p:cNvPr>
          <p:cNvSpPr/>
          <p:nvPr/>
        </p:nvSpPr>
        <p:spPr>
          <a:xfrm>
            <a:off x="4877812" y="3864358"/>
            <a:ext cx="1701115" cy="50517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priorities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-1] &gt; </a:t>
            </a:r>
            <a:r>
              <a:rPr lang="pl-PL" sz="900" i="1" dirty="0" err="1"/>
              <a:t>priority</a:t>
            </a:r>
            <a:endParaRPr lang="pl-PL" sz="900" dirty="0"/>
          </a:p>
        </p:txBody>
      </p:sp>
      <p:sp>
        <p:nvSpPr>
          <p:cNvPr id="26" name="Process 25">
            <a:extLst>
              <a:ext uri="{FF2B5EF4-FFF2-40B4-BE49-F238E27FC236}">
                <a16:creationId xmlns:a16="http://schemas.microsoft.com/office/drawing/2014/main" id="{664EF0F4-CF38-6ADD-3A4B-006B7B0B41AB}"/>
              </a:ext>
            </a:extLst>
          </p:cNvPr>
          <p:cNvSpPr/>
          <p:nvPr/>
        </p:nvSpPr>
        <p:spPr>
          <a:xfrm>
            <a:off x="6357272" y="4472689"/>
            <a:ext cx="1611516" cy="45180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values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</a:t>
            </a:r>
            <a:r>
              <a:rPr lang="pl-PL" sz="900" i="1" dirty="0" err="1"/>
              <a:t>values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 - 1]</a:t>
            </a:r>
          </a:p>
          <a:p>
            <a:pPr algn="ctr"/>
            <a:r>
              <a:rPr lang="pl-PL" sz="900" i="1" dirty="0" err="1"/>
              <a:t>priorities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</a:t>
            </a:r>
            <a:r>
              <a:rPr lang="pl-PL" sz="900" i="1" dirty="0" err="1"/>
              <a:t>priorities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 - 1]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 - 1</a:t>
            </a:r>
            <a:endParaRPr lang="pl-PL" sz="900" dirty="0"/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592E982-E0C3-F195-18C3-318274B1E621}"/>
              </a:ext>
            </a:extLst>
          </p:cNvPr>
          <p:cNvCxnSpPr>
            <a:cxnSpLocks/>
            <a:stCxn id="21" idx="3"/>
            <a:endCxn id="23" idx="0"/>
          </p:cNvCxnSpPr>
          <p:nvPr/>
        </p:nvCxnSpPr>
        <p:spPr>
          <a:xfrm>
            <a:off x="4877811" y="3619925"/>
            <a:ext cx="850558" cy="24443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2D285B-0173-F0A9-C790-98307E8EDCC2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>
            <a:off x="4518671" y="3226129"/>
            <a:ext cx="0" cy="23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5380E3F-C68E-EF3F-68E3-F38F322FB9E3}"/>
              </a:ext>
            </a:extLst>
          </p:cNvPr>
          <p:cNvCxnSpPr>
            <a:stCxn id="23" idx="3"/>
            <a:endCxn id="26" idx="0"/>
          </p:cNvCxnSpPr>
          <p:nvPr/>
        </p:nvCxnSpPr>
        <p:spPr>
          <a:xfrm>
            <a:off x="6578926" y="4116947"/>
            <a:ext cx="584104" cy="3557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CE1C88D-7F65-BFB7-DBAB-D4121B433CC6}"/>
              </a:ext>
            </a:extLst>
          </p:cNvPr>
          <p:cNvSpPr txBox="1"/>
          <p:nvPr/>
        </p:nvSpPr>
        <p:spPr>
          <a:xfrm>
            <a:off x="3776374" y="335064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87FC05-6D9A-EE33-9CDA-D164775F743B}"/>
              </a:ext>
            </a:extLst>
          </p:cNvPr>
          <p:cNvSpPr txBox="1"/>
          <p:nvPr/>
        </p:nvSpPr>
        <p:spPr>
          <a:xfrm>
            <a:off x="6524492" y="383315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58F64AC7-6615-4B0D-39A2-A8BFB3A9FD60}"/>
              </a:ext>
            </a:extLst>
          </p:cNvPr>
          <p:cNvCxnSpPr>
            <a:stCxn id="26" idx="2"/>
            <a:endCxn id="21" idx="0"/>
          </p:cNvCxnSpPr>
          <p:nvPr/>
        </p:nvCxnSpPr>
        <p:spPr>
          <a:xfrm rot="5400000" flipH="1">
            <a:off x="5107242" y="2868708"/>
            <a:ext cx="1467218" cy="2644359"/>
          </a:xfrm>
          <a:prstGeom prst="bentConnector5">
            <a:avLst>
              <a:gd name="adj1" fmla="val -15581"/>
              <a:gd name="adj2" fmla="val -37940"/>
              <a:gd name="adj3" fmla="val 1112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rocess 51">
            <a:extLst>
              <a:ext uri="{FF2B5EF4-FFF2-40B4-BE49-F238E27FC236}">
                <a16:creationId xmlns:a16="http://schemas.microsoft.com/office/drawing/2014/main" id="{37CB57A8-6E1A-088B-9F32-A0B1AC849788}"/>
              </a:ext>
            </a:extLst>
          </p:cNvPr>
          <p:cNvSpPr/>
          <p:nvPr/>
        </p:nvSpPr>
        <p:spPr>
          <a:xfrm>
            <a:off x="3057217" y="4360431"/>
            <a:ext cx="1221794" cy="46852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values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</a:t>
            </a:r>
            <a:r>
              <a:rPr lang="pl-PL" sz="900" i="1" dirty="0" err="1"/>
              <a:t>value</a:t>
            </a:r>
            <a:endParaRPr lang="pl-PL" sz="900" dirty="0"/>
          </a:p>
          <a:p>
            <a:pPr algn="ctr"/>
            <a:r>
              <a:rPr lang="pl-PL" sz="900" i="1" dirty="0" err="1"/>
              <a:t>priorities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 ← </a:t>
            </a:r>
            <a:r>
              <a:rPr lang="pl-PL" sz="900" i="1" dirty="0" err="1"/>
              <a:t>priority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B391219-DFE2-AC59-0834-134E740CC8FF}"/>
              </a:ext>
            </a:extLst>
          </p:cNvPr>
          <p:cNvCxnSpPr>
            <a:cxnSpLocks/>
            <a:stCxn id="21" idx="1"/>
            <a:endCxn id="52" idx="0"/>
          </p:cNvCxnSpPr>
          <p:nvPr/>
        </p:nvCxnSpPr>
        <p:spPr>
          <a:xfrm rot="10800000" flipV="1">
            <a:off x="3668116" y="3619925"/>
            <a:ext cx="491417" cy="740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996E954-550B-8BB7-144F-8091D00A11B3}"/>
              </a:ext>
            </a:extLst>
          </p:cNvPr>
          <p:cNvCxnSpPr>
            <a:cxnSpLocks/>
            <a:stCxn id="23" idx="1"/>
            <a:endCxn id="52" idx="0"/>
          </p:cNvCxnSpPr>
          <p:nvPr/>
        </p:nvCxnSpPr>
        <p:spPr>
          <a:xfrm rot="10800000" flipV="1">
            <a:off x="3668116" y="4116947"/>
            <a:ext cx="1209697" cy="2434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3D9EC09-7D5A-05A7-C3C7-6531A2F67AFA}"/>
              </a:ext>
            </a:extLst>
          </p:cNvPr>
          <p:cNvSpPr txBox="1"/>
          <p:nvPr/>
        </p:nvSpPr>
        <p:spPr>
          <a:xfrm>
            <a:off x="4900540" y="335064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F73E5B-9F81-A931-F864-F77CE98AEF60}"/>
              </a:ext>
            </a:extLst>
          </p:cNvPr>
          <p:cNvSpPr txBox="1"/>
          <p:nvPr/>
        </p:nvSpPr>
        <p:spPr>
          <a:xfrm>
            <a:off x="4556304" y="383676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DECEF589-B476-FCA6-3DB8-D215ECF035D3}"/>
              </a:ext>
            </a:extLst>
          </p:cNvPr>
          <p:cNvCxnSpPr>
            <a:stCxn id="52" idx="2"/>
            <a:endCxn id="12" idx="0"/>
          </p:cNvCxnSpPr>
          <p:nvPr/>
        </p:nvCxnSpPr>
        <p:spPr>
          <a:xfrm rot="5400000">
            <a:off x="2943278" y="4424345"/>
            <a:ext cx="320224" cy="11294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20552-6347-0DFA-3A80-E779687C0CF7}"/>
              </a:ext>
            </a:extLst>
          </p:cNvPr>
          <p:cNvSpPr txBox="1"/>
          <p:nvPr/>
        </p:nvSpPr>
        <p:spPr>
          <a:xfrm>
            <a:off x="420571" y="432565"/>
            <a:ext cx="3275064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3.2. Kolejka priorytetowa.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4DF5-855F-2BB2-F2F0-8A86F0EA7AD8}"/>
              </a:ext>
            </a:extLst>
          </p:cNvPr>
          <p:cNvSpPr txBox="1"/>
          <p:nvPr/>
        </p:nvSpPr>
        <p:spPr>
          <a:xfrm>
            <a:off x="420573" y="772835"/>
            <a:ext cx="51105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dequeue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6D212BDD-EF80-7BCC-D633-95A686A0432F}"/>
              </a:ext>
            </a:extLst>
          </p:cNvPr>
          <p:cNvSpPr/>
          <p:nvPr/>
        </p:nvSpPr>
        <p:spPr>
          <a:xfrm>
            <a:off x="2500008" y="162093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D2F5A87-F813-93AC-D7B8-D8B078A535C2}"/>
              </a:ext>
            </a:extLst>
          </p:cNvPr>
          <p:cNvSpPr/>
          <p:nvPr/>
        </p:nvSpPr>
        <p:spPr>
          <a:xfrm>
            <a:off x="3666805" y="2583088"/>
            <a:ext cx="1896138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dequeued_value</a:t>
            </a:r>
            <a:r>
              <a:rPr lang="pl-PL" sz="900" dirty="0"/>
              <a:t> ← </a:t>
            </a:r>
            <a:r>
              <a:rPr lang="pl-PL" sz="900" i="1" dirty="0" err="1"/>
              <a:t>values</a:t>
            </a:r>
            <a:r>
              <a:rPr lang="pl-PL" sz="900" dirty="0"/>
              <a:t>[</a:t>
            </a:r>
            <a:r>
              <a:rPr lang="pl-PL" sz="900" i="1" dirty="0" err="1"/>
              <a:t>size</a:t>
            </a:r>
            <a:r>
              <a:rPr lang="pl-PL" sz="900" dirty="0"/>
              <a:t> - 1]</a:t>
            </a:r>
          </a:p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24D6430B-B4E1-867B-412C-C0FBC1794C8D}"/>
              </a:ext>
            </a:extLst>
          </p:cNvPr>
          <p:cNvSpPr/>
          <p:nvPr/>
        </p:nvSpPr>
        <p:spPr>
          <a:xfrm>
            <a:off x="2026463" y="2046438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&gt;= 1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88C3AC21-F925-1C81-C1DE-E27D8F96A42F}"/>
              </a:ext>
            </a:extLst>
          </p:cNvPr>
          <p:cNvSpPr/>
          <p:nvPr/>
        </p:nvSpPr>
        <p:spPr>
          <a:xfrm>
            <a:off x="420571" y="2704230"/>
            <a:ext cx="1710212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pustej</a:t>
            </a:r>
            <a:r>
              <a:rPr lang="en-US" sz="900" dirty="0"/>
              <a:t> </a:t>
            </a:r>
            <a:r>
              <a:rPr lang="en-US" sz="900" dirty="0" err="1"/>
              <a:t>kolejce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6C3604A1-531C-CAC9-D06D-1B12D941898B}"/>
              </a:ext>
            </a:extLst>
          </p:cNvPr>
          <p:cNvSpPr/>
          <p:nvPr/>
        </p:nvSpPr>
        <p:spPr>
          <a:xfrm>
            <a:off x="2650351" y="3834026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C6413533-70D3-75B5-2C93-CDE8D1BFA2C2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3659354" y="2209086"/>
            <a:ext cx="955521" cy="3740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4817429-5965-64BA-1069-7F5BB6A0FA1E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275677" y="2209086"/>
            <a:ext cx="750786" cy="4951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E4536E-4EDC-CFC8-1FE5-1F449A2E84F5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2842908" y="1847250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C7EDE81B-052B-65B5-52C1-9D01F27EF91D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 rot="16200000" flipH="1">
            <a:off x="1723454" y="2564229"/>
            <a:ext cx="822020" cy="17175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A3B061A-C006-4DB9-C3BF-0B87C623C432}"/>
              </a:ext>
            </a:extLst>
          </p:cNvPr>
          <p:cNvSpPr txBox="1"/>
          <p:nvPr/>
        </p:nvSpPr>
        <p:spPr>
          <a:xfrm>
            <a:off x="1651071" y="19407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DB0ADB-9B53-1EEE-A7BE-560B4382CE8E}"/>
              </a:ext>
            </a:extLst>
          </p:cNvPr>
          <p:cNvSpPr txBox="1"/>
          <p:nvPr/>
        </p:nvSpPr>
        <p:spPr>
          <a:xfrm>
            <a:off x="3657401" y="193442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C8C2C8F7-629B-3B86-C52B-999DA0430F86}"/>
              </a:ext>
            </a:extLst>
          </p:cNvPr>
          <p:cNvSpPr/>
          <p:nvPr/>
        </p:nvSpPr>
        <p:spPr>
          <a:xfrm>
            <a:off x="3386651" y="3121776"/>
            <a:ext cx="24564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dequeued_value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5521408-E12C-C599-B5F4-587FAF662C65}"/>
              </a:ext>
            </a:extLst>
          </p:cNvPr>
          <p:cNvCxnSpPr>
            <a:stCxn id="13" idx="4"/>
            <a:endCxn id="12" idx="0"/>
          </p:cNvCxnSpPr>
          <p:nvPr/>
        </p:nvCxnSpPr>
        <p:spPr>
          <a:xfrm rot="5400000">
            <a:off x="3572410" y="2791563"/>
            <a:ext cx="463306" cy="16216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B58E66-9E26-EC42-F27C-72562189D9C5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>
            <a:off x="4614874" y="2908385"/>
            <a:ext cx="0" cy="213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F4CBA-8E6E-ADD1-187A-86AEBC309E8C}"/>
              </a:ext>
            </a:extLst>
          </p:cNvPr>
          <p:cNvSpPr txBox="1"/>
          <p:nvPr/>
        </p:nvSpPr>
        <p:spPr>
          <a:xfrm>
            <a:off x="420571" y="287710"/>
            <a:ext cx="3204532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3.2. Kolejka </a:t>
            </a:r>
            <a:r>
              <a:rPr lang="pl-PL" sz="165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piorytetowa</a:t>
            </a:r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B7572-A7E0-7AFA-543B-E90BB71B9A77}"/>
              </a:ext>
            </a:extLst>
          </p:cNvPr>
          <p:cNvSpPr txBox="1"/>
          <p:nvPr/>
        </p:nvSpPr>
        <p:spPr>
          <a:xfrm>
            <a:off x="420574" y="627980"/>
            <a:ext cx="870219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Sprawdzenie elementu z największym priorytetem (</a:t>
            </a:r>
            <a:r>
              <a:rPr lang="pl-PL" sz="2700" dirty="0" err="1"/>
              <a:t>peek</a:t>
            </a:r>
            <a:r>
              <a:rPr lang="pl-PL" sz="2700" dirty="0"/>
              <a:t>).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665A22EB-F495-51AB-9A83-A2403B5818D9}"/>
              </a:ext>
            </a:extLst>
          </p:cNvPr>
          <p:cNvSpPr/>
          <p:nvPr/>
        </p:nvSpPr>
        <p:spPr>
          <a:xfrm>
            <a:off x="2438466" y="147608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13" name="Decision 12">
            <a:extLst>
              <a:ext uri="{FF2B5EF4-FFF2-40B4-BE49-F238E27FC236}">
                <a16:creationId xmlns:a16="http://schemas.microsoft.com/office/drawing/2014/main" id="{3246C59D-71C3-A698-372E-CF0E2247A61C}"/>
              </a:ext>
            </a:extLst>
          </p:cNvPr>
          <p:cNvSpPr/>
          <p:nvPr/>
        </p:nvSpPr>
        <p:spPr>
          <a:xfrm>
            <a:off x="1964921" y="1901583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&gt;= 1</a:t>
            </a:r>
            <a:endParaRPr lang="pl-PL" sz="900" i="1" dirty="0"/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16C54453-832D-483E-EE53-2D6F6B314250}"/>
              </a:ext>
            </a:extLst>
          </p:cNvPr>
          <p:cNvSpPr/>
          <p:nvPr/>
        </p:nvSpPr>
        <p:spPr>
          <a:xfrm>
            <a:off x="420571" y="2411844"/>
            <a:ext cx="159947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endParaRPr lang="en-US" sz="900" dirty="0"/>
          </a:p>
          <a:p>
            <a:pPr algn="ctr"/>
            <a:r>
              <a:rPr lang="en-US" sz="900" dirty="0"/>
              <a:t>o </a:t>
            </a:r>
            <a:r>
              <a:rPr lang="en-US" sz="900" dirty="0" err="1"/>
              <a:t>pustej</a:t>
            </a:r>
            <a:r>
              <a:rPr lang="en-US" sz="900" dirty="0"/>
              <a:t> </a:t>
            </a:r>
            <a:r>
              <a:rPr lang="en-US" sz="900" dirty="0" err="1"/>
              <a:t>kolejce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7" name="Terminator 16">
            <a:extLst>
              <a:ext uri="{FF2B5EF4-FFF2-40B4-BE49-F238E27FC236}">
                <a16:creationId xmlns:a16="http://schemas.microsoft.com/office/drawing/2014/main" id="{B9B01748-A0A2-DDFC-3B64-E94B8E06F8F5}"/>
              </a:ext>
            </a:extLst>
          </p:cNvPr>
          <p:cNvSpPr/>
          <p:nvPr/>
        </p:nvSpPr>
        <p:spPr>
          <a:xfrm>
            <a:off x="2438466" y="306370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D719FB96-F308-4799-61E0-61499FC8C6ED}"/>
              </a:ext>
            </a:extLst>
          </p:cNvPr>
          <p:cNvCxnSpPr>
            <a:cxnSpLocks/>
            <a:stCxn id="13" idx="3"/>
            <a:endCxn id="30" idx="1"/>
          </p:cNvCxnSpPr>
          <p:nvPr/>
        </p:nvCxnSpPr>
        <p:spPr>
          <a:xfrm>
            <a:off x="3597812" y="2064232"/>
            <a:ext cx="955521" cy="3964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657FC8-06F8-4E0D-E852-CF3887C77583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V="1">
            <a:off x="1220310" y="2064231"/>
            <a:ext cx="744613" cy="3476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C69B9D-F96F-47E7-4039-A501D66E02E0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2781366" y="1702395"/>
            <a:ext cx="0" cy="199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03EDEAD-2FBE-F970-D4DA-500F63FBEDDC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>
          <a:xfrm rot="16200000" flipH="1">
            <a:off x="1828793" y="2111135"/>
            <a:ext cx="344088" cy="15610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ECCCFDA-2793-DA6A-0A6C-F6642FC78F15}"/>
              </a:ext>
            </a:extLst>
          </p:cNvPr>
          <p:cNvSpPr txBox="1"/>
          <p:nvPr/>
        </p:nvSpPr>
        <p:spPr>
          <a:xfrm>
            <a:off x="1589529" y="179590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468006-EF38-E7B1-A1F5-360450AD87ED}"/>
              </a:ext>
            </a:extLst>
          </p:cNvPr>
          <p:cNvSpPr txBox="1"/>
          <p:nvPr/>
        </p:nvSpPr>
        <p:spPr>
          <a:xfrm>
            <a:off x="3595859" y="178956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0" name="Data 29">
            <a:extLst>
              <a:ext uri="{FF2B5EF4-FFF2-40B4-BE49-F238E27FC236}">
                <a16:creationId xmlns:a16="http://schemas.microsoft.com/office/drawing/2014/main" id="{6FC2E69B-DC88-2EFB-E6FF-07D06F205145}"/>
              </a:ext>
            </a:extLst>
          </p:cNvPr>
          <p:cNvSpPr/>
          <p:nvPr/>
        </p:nvSpPr>
        <p:spPr>
          <a:xfrm>
            <a:off x="3358361" y="2460688"/>
            <a:ext cx="2389942" cy="21009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[</a:t>
            </a:r>
            <a:r>
              <a:rPr lang="en-US" sz="900" i="1" dirty="0"/>
              <a:t>size</a:t>
            </a:r>
            <a:r>
              <a:rPr lang="en-US" sz="900" dirty="0"/>
              <a:t> - 1].</a:t>
            </a:r>
            <a:endParaRPr lang="en-US" sz="900" i="1" dirty="0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A2B901F-B393-FCAB-2986-20AB7B13E529}"/>
              </a:ext>
            </a:extLst>
          </p:cNvPr>
          <p:cNvCxnSpPr>
            <a:cxnSpLocks/>
            <a:stCxn id="30" idx="4"/>
            <a:endCxn id="17" idx="0"/>
          </p:cNvCxnSpPr>
          <p:nvPr/>
        </p:nvCxnSpPr>
        <p:spPr>
          <a:xfrm rot="5400000">
            <a:off x="3470884" y="1981260"/>
            <a:ext cx="392930" cy="17719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1279</TotalTime>
  <Words>165</Words>
  <Application>Microsoft Macintosh PowerPoint</Application>
  <PresentationFormat>On-screen Show (4:3)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15</cp:revision>
  <dcterms:created xsi:type="dcterms:W3CDTF">2025-11-30T19:03:59Z</dcterms:created>
  <dcterms:modified xsi:type="dcterms:W3CDTF">2026-01-02T15:55:02Z</dcterms:modified>
</cp:coreProperties>
</file>