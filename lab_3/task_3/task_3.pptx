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  <p:sldId id="258" r:id="rId3"/>
    <p:sldId id="259" r:id="rId4"/>
  </p:sldIdLst>
  <p:sldSz cx="6858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03"/>
    <p:restoredTop sz="94652"/>
  </p:normalViewPr>
  <p:slideViewPr>
    <p:cSldViewPr snapToGrid="0">
      <p:cViewPr>
        <p:scale>
          <a:sx n="246" d="100"/>
          <a:sy n="246" d="100"/>
        </p:scale>
        <p:origin x="425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748242"/>
            <a:ext cx="58293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401359"/>
            <a:ext cx="51435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993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627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139826"/>
            <a:ext cx="5915025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059643"/>
            <a:ext cx="5915025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7814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217083"/>
            <a:ext cx="29146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217083"/>
            <a:ext cx="29146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978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43417"/>
            <a:ext cx="5915025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120775"/>
            <a:ext cx="2901255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670050"/>
            <a:ext cx="290125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120775"/>
            <a:ext cx="2915543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670050"/>
            <a:ext cx="2915543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394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257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096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04800"/>
            <a:ext cx="2211884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658284"/>
            <a:ext cx="3471863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371600"/>
            <a:ext cx="2211884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23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04800"/>
            <a:ext cx="2211884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658284"/>
            <a:ext cx="3471863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371600"/>
            <a:ext cx="2211884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786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168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43416"/>
            <a:ext cx="1478756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43416"/>
            <a:ext cx="4350544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613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43417"/>
            <a:ext cx="5915025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217083"/>
            <a:ext cx="5915025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237568"/>
            <a:ext cx="2314575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045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295293" y="245192"/>
            <a:ext cx="1818703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3.3. Stos.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295296" y="585462"/>
            <a:ext cx="47418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</a:t>
            </a:r>
            <a:r>
              <a:rPr lang="pl-PL" sz="2700" dirty="0" err="1"/>
              <a:t>push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56288" y="143356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954036" y="1871233"/>
            <a:ext cx="2290304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76C92572-49D9-695C-8EB7-A233D22C1643}"/>
              </a:ext>
            </a:extLst>
          </p:cNvPr>
          <p:cNvSpPr/>
          <p:nvPr/>
        </p:nvSpPr>
        <p:spPr>
          <a:xfrm>
            <a:off x="2282743" y="2331530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&lt; </a:t>
            </a:r>
            <a:r>
              <a:rPr lang="pl-PL" sz="900" i="1" dirty="0" err="1"/>
              <a:t>capacity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941B053F-ADF1-4D14-4E38-723B0E557676}"/>
              </a:ext>
            </a:extLst>
          </p:cNvPr>
          <p:cNvSpPr/>
          <p:nvPr/>
        </p:nvSpPr>
        <p:spPr>
          <a:xfrm>
            <a:off x="419793" y="2768842"/>
            <a:ext cx="2241152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przepełnieniu</a:t>
            </a:r>
            <a:r>
              <a:rPr lang="en-US" sz="900" dirty="0"/>
              <a:t> </a:t>
            </a:r>
            <a:r>
              <a:rPr lang="en-US" sz="900" dirty="0" err="1"/>
              <a:t>stosu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AC072F6A-A953-8511-E74F-55327FA2B930}"/>
              </a:ext>
            </a:extLst>
          </p:cNvPr>
          <p:cNvSpPr/>
          <p:nvPr/>
        </p:nvSpPr>
        <p:spPr>
          <a:xfrm>
            <a:off x="2756288" y="356592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4274D8-4035-0C6D-69E3-F57164517EAC}"/>
              </a:ext>
            </a:extLst>
          </p:cNvPr>
          <p:cNvCxnSpPr>
            <a:cxnSpLocks/>
            <a:stCxn id="3" idx="3"/>
            <a:endCxn id="52" idx="0"/>
          </p:cNvCxnSpPr>
          <p:nvPr/>
        </p:nvCxnSpPr>
        <p:spPr>
          <a:xfrm>
            <a:off x="3915633" y="2494178"/>
            <a:ext cx="477761" cy="2444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5E9A302-2AC5-BE79-8F5D-A68C97D197A6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540369" y="2494178"/>
            <a:ext cx="742374" cy="2746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12014-45F8-CB1B-AED8-FD42C0DC64F8}"/>
              </a:ext>
            </a:extLst>
          </p:cNvPr>
          <p:cNvCxnSpPr>
            <a:stCxn id="7" idx="4"/>
            <a:endCxn id="3" idx="0"/>
          </p:cNvCxnSpPr>
          <p:nvPr/>
        </p:nvCxnSpPr>
        <p:spPr>
          <a:xfrm>
            <a:off x="3099188" y="2120176"/>
            <a:ext cx="0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256BDB-D9E9-8D39-B0B7-049772DCF42A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3099188" y="1659877"/>
            <a:ext cx="0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99DCDD4-7423-55B5-6EDD-CD393EC9319E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rot="16200000" flipH="1">
            <a:off x="2075124" y="2541863"/>
            <a:ext cx="489308" cy="15588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F9373-2BCB-5FE7-B0D0-E9C6B82DD15E}"/>
              </a:ext>
            </a:extLst>
          </p:cNvPr>
          <p:cNvSpPr txBox="1"/>
          <p:nvPr/>
        </p:nvSpPr>
        <p:spPr>
          <a:xfrm>
            <a:off x="1907352" y="222585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F6E33-0998-92A8-01EB-A52ECAC39F52}"/>
              </a:ext>
            </a:extLst>
          </p:cNvPr>
          <p:cNvSpPr txBox="1"/>
          <p:nvPr/>
        </p:nvSpPr>
        <p:spPr>
          <a:xfrm>
            <a:off x="3913682" y="221951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2" name="Process 51">
            <a:extLst>
              <a:ext uri="{FF2B5EF4-FFF2-40B4-BE49-F238E27FC236}">
                <a16:creationId xmlns:a16="http://schemas.microsoft.com/office/drawing/2014/main" id="{37CB57A8-6E1A-088B-9F32-A0B1AC849788}"/>
              </a:ext>
            </a:extLst>
          </p:cNvPr>
          <p:cNvSpPr/>
          <p:nvPr/>
        </p:nvSpPr>
        <p:spPr>
          <a:xfrm>
            <a:off x="3782497" y="2738645"/>
            <a:ext cx="1221794" cy="33797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values</a:t>
            </a:r>
            <a:r>
              <a:rPr lang="pl-PL" sz="900" i="1" dirty="0"/>
              <a:t>[</a:t>
            </a:r>
            <a:r>
              <a:rPr lang="pl-PL" sz="900" i="1" dirty="0" err="1"/>
              <a:t>size</a:t>
            </a:r>
            <a:r>
              <a:rPr lang="pl-PL" sz="900" i="1" dirty="0"/>
              <a:t>] </a:t>
            </a:r>
            <a:r>
              <a:rPr lang="pl-PL" sz="900" dirty="0"/>
              <a:t>← </a:t>
            </a:r>
            <a:r>
              <a:rPr lang="pl-PL" sz="900" dirty="0" err="1"/>
              <a:t>value</a:t>
            </a:r>
            <a:endParaRPr lang="pl-PL" sz="900" i="1" dirty="0"/>
          </a:p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r>
              <a:rPr lang="pl-PL" sz="900" dirty="0"/>
              <a:t> + 1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DECEF589-B476-FCA6-3DB8-D215ECF035D3}"/>
              </a:ext>
            </a:extLst>
          </p:cNvPr>
          <p:cNvCxnSpPr>
            <a:cxnSpLocks/>
            <a:stCxn id="52" idx="2"/>
            <a:endCxn id="12" idx="0"/>
          </p:cNvCxnSpPr>
          <p:nvPr/>
        </p:nvCxnSpPr>
        <p:spPr>
          <a:xfrm rot="5400000">
            <a:off x="3501637" y="2674168"/>
            <a:ext cx="489309" cy="12942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20552-6347-0DFA-3A80-E779687C0CF7}"/>
              </a:ext>
            </a:extLst>
          </p:cNvPr>
          <p:cNvSpPr txBox="1"/>
          <p:nvPr/>
        </p:nvSpPr>
        <p:spPr>
          <a:xfrm>
            <a:off x="243632" y="229796"/>
            <a:ext cx="1818703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3.3. Stos.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24DF5-855F-2BB2-F2F0-8A86F0EA7AD8}"/>
              </a:ext>
            </a:extLst>
          </p:cNvPr>
          <p:cNvSpPr txBox="1"/>
          <p:nvPr/>
        </p:nvSpPr>
        <p:spPr>
          <a:xfrm>
            <a:off x="243634" y="570066"/>
            <a:ext cx="43651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(pop).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6D212BDD-EF80-7BCC-D633-95A686A0432F}"/>
              </a:ext>
            </a:extLst>
          </p:cNvPr>
          <p:cNvSpPr/>
          <p:nvPr/>
        </p:nvSpPr>
        <p:spPr>
          <a:xfrm>
            <a:off x="2323069" y="1418167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D2F5A87-F813-93AC-D7B8-D8B078A535C2}"/>
              </a:ext>
            </a:extLst>
          </p:cNvPr>
          <p:cNvSpPr/>
          <p:nvPr/>
        </p:nvSpPr>
        <p:spPr>
          <a:xfrm>
            <a:off x="3489866" y="2380319"/>
            <a:ext cx="1896138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popped_value</a:t>
            </a:r>
            <a:r>
              <a:rPr lang="pl-PL" sz="900" dirty="0"/>
              <a:t> ← </a:t>
            </a:r>
            <a:r>
              <a:rPr lang="pl-PL" sz="900" i="1" dirty="0" err="1"/>
              <a:t>values</a:t>
            </a:r>
            <a:r>
              <a:rPr lang="pl-PL" sz="900" dirty="0"/>
              <a:t>[</a:t>
            </a:r>
            <a:r>
              <a:rPr lang="pl-PL" sz="900" i="1" dirty="0" err="1"/>
              <a:t>size</a:t>
            </a:r>
            <a:r>
              <a:rPr lang="pl-PL" sz="900" dirty="0"/>
              <a:t> - 1]</a:t>
            </a:r>
          </a:p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24D6430B-B4E1-867B-412C-C0FBC1794C8D}"/>
              </a:ext>
            </a:extLst>
          </p:cNvPr>
          <p:cNvSpPr/>
          <p:nvPr/>
        </p:nvSpPr>
        <p:spPr>
          <a:xfrm>
            <a:off x="1849524" y="1843669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&gt;= 1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88C3AC21-F925-1C81-C1DE-E27D8F96A42F}"/>
              </a:ext>
            </a:extLst>
          </p:cNvPr>
          <p:cNvSpPr/>
          <p:nvPr/>
        </p:nvSpPr>
        <p:spPr>
          <a:xfrm>
            <a:off x="243632" y="2501462"/>
            <a:ext cx="1710212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endParaRPr lang="en-US" sz="900" dirty="0"/>
          </a:p>
          <a:p>
            <a:pPr algn="ctr"/>
            <a:r>
              <a:rPr lang="en-US" sz="900" dirty="0"/>
              <a:t>o </a:t>
            </a:r>
            <a:r>
              <a:rPr lang="en-US" sz="900" dirty="0" err="1"/>
              <a:t>pustym</a:t>
            </a:r>
            <a:r>
              <a:rPr lang="en-US" sz="900" dirty="0"/>
              <a:t> </a:t>
            </a:r>
            <a:r>
              <a:rPr lang="en-US" sz="900" dirty="0" err="1"/>
              <a:t>stosie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6C3604A1-531C-CAC9-D06D-1B12D941898B}"/>
              </a:ext>
            </a:extLst>
          </p:cNvPr>
          <p:cNvSpPr/>
          <p:nvPr/>
        </p:nvSpPr>
        <p:spPr>
          <a:xfrm>
            <a:off x="2473412" y="3631257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6413533-70D3-75B5-2C93-CDE8D1BFA2C2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3482416" y="2006317"/>
            <a:ext cx="955521" cy="3740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4817429-5965-64BA-1069-7F5BB6A0FA1E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098738" y="2006318"/>
            <a:ext cx="750786" cy="4951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E4536E-4EDC-CFC8-1FE5-1F449A2E84F5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2665969" y="1644481"/>
            <a:ext cx="0" cy="1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C7EDE81B-052B-65B5-52C1-9D01F27EF91D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rot="16200000" flipH="1">
            <a:off x="1546515" y="2361460"/>
            <a:ext cx="822020" cy="17175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A3B061A-C006-4DB9-C3BF-0B87C623C432}"/>
              </a:ext>
            </a:extLst>
          </p:cNvPr>
          <p:cNvSpPr txBox="1"/>
          <p:nvPr/>
        </p:nvSpPr>
        <p:spPr>
          <a:xfrm>
            <a:off x="1474133" y="173799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DB0ADB-9B53-1EEE-A7BE-560B4382CE8E}"/>
              </a:ext>
            </a:extLst>
          </p:cNvPr>
          <p:cNvSpPr txBox="1"/>
          <p:nvPr/>
        </p:nvSpPr>
        <p:spPr>
          <a:xfrm>
            <a:off x="3480463" y="173165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C8C2C8F7-629B-3B86-C52B-999DA0430F86}"/>
              </a:ext>
            </a:extLst>
          </p:cNvPr>
          <p:cNvSpPr/>
          <p:nvPr/>
        </p:nvSpPr>
        <p:spPr>
          <a:xfrm>
            <a:off x="3209712" y="2919008"/>
            <a:ext cx="24564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popped_value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5521408-E12C-C599-B5F4-587FAF662C65}"/>
              </a:ext>
            </a:extLst>
          </p:cNvPr>
          <p:cNvCxnSpPr>
            <a:stCxn id="13" idx="4"/>
            <a:endCxn id="12" idx="0"/>
          </p:cNvCxnSpPr>
          <p:nvPr/>
        </p:nvCxnSpPr>
        <p:spPr>
          <a:xfrm rot="5400000">
            <a:off x="3395471" y="2588795"/>
            <a:ext cx="463306" cy="16216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B58E66-9E26-EC42-F27C-72562189D9C5}"/>
              </a:ext>
            </a:extLst>
          </p:cNvPr>
          <p:cNvCxnSpPr>
            <a:cxnSpLocks/>
            <a:stCxn id="11" idx="2"/>
            <a:endCxn id="13" idx="1"/>
          </p:cNvCxnSpPr>
          <p:nvPr/>
        </p:nvCxnSpPr>
        <p:spPr>
          <a:xfrm>
            <a:off x="4437935" y="2705617"/>
            <a:ext cx="0" cy="213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2F4CBA-8E6E-ADD1-187A-86AEBC309E8C}"/>
              </a:ext>
            </a:extLst>
          </p:cNvPr>
          <p:cNvSpPr txBox="1"/>
          <p:nvPr/>
        </p:nvSpPr>
        <p:spPr>
          <a:xfrm>
            <a:off x="346954" y="291585"/>
            <a:ext cx="1818703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3.3. Stos.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B7572-A7E0-7AFA-543B-E90BB71B9A77}"/>
              </a:ext>
            </a:extLst>
          </p:cNvPr>
          <p:cNvSpPr txBox="1"/>
          <p:nvPr/>
        </p:nvSpPr>
        <p:spPr>
          <a:xfrm>
            <a:off x="346957" y="631855"/>
            <a:ext cx="5618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Sprawdzanie elementu z góry (</a:t>
            </a:r>
            <a:r>
              <a:rPr lang="pl-PL" sz="2700" dirty="0" err="1"/>
              <a:t>peek</a:t>
            </a:r>
            <a:r>
              <a:rPr lang="pl-PL" sz="2700" dirty="0"/>
              <a:t>).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665A22EB-F495-51AB-9A83-A2403B5818D9}"/>
              </a:ext>
            </a:extLst>
          </p:cNvPr>
          <p:cNvSpPr/>
          <p:nvPr/>
        </p:nvSpPr>
        <p:spPr>
          <a:xfrm>
            <a:off x="2364849" y="147995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3" name="Decision 12">
            <a:extLst>
              <a:ext uri="{FF2B5EF4-FFF2-40B4-BE49-F238E27FC236}">
                <a16:creationId xmlns:a16="http://schemas.microsoft.com/office/drawing/2014/main" id="{3246C59D-71C3-A698-372E-CF0E2247A61C}"/>
              </a:ext>
            </a:extLst>
          </p:cNvPr>
          <p:cNvSpPr/>
          <p:nvPr/>
        </p:nvSpPr>
        <p:spPr>
          <a:xfrm>
            <a:off x="1891304" y="1905458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&gt;= 1</a:t>
            </a:r>
            <a:endParaRPr lang="pl-PL" sz="900" i="1" dirty="0"/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16C54453-832D-483E-EE53-2D6F6B314250}"/>
              </a:ext>
            </a:extLst>
          </p:cNvPr>
          <p:cNvSpPr/>
          <p:nvPr/>
        </p:nvSpPr>
        <p:spPr>
          <a:xfrm>
            <a:off x="346954" y="2415720"/>
            <a:ext cx="159947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endParaRPr lang="en-US" sz="900" dirty="0"/>
          </a:p>
          <a:p>
            <a:pPr algn="ctr"/>
            <a:r>
              <a:rPr lang="en-US" sz="900" dirty="0"/>
              <a:t>o </a:t>
            </a:r>
            <a:r>
              <a:rPr lang="en-US" sz="900" dirty="0" err="1"/>
              <a:t>pustym</a:t>
            </a:r>
            <a:r>
              <a:rPr lang="en-US" sz="900" dirty="0"/>
              <a:t> </a:t>
            </a:r>
            <a:r>
              <a:rPr lang="en-US" sz="900" dirty="0" err="1"/>
              <a:t>stosie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7" name="Terminator 16">
            <a:extLst>
              <a:ext uri="{FF2B5EF4-FFF2-40B4-BE49-F238E27FC236}">
                <a16:creationId xmlns:a16="http://schemas.microsoft.com/office/drawing/2014/main" id="{B9B01748-A0A2-DDFC-3B64-E94B8E06F8F5}"/>
              </a:ext>
            </a:extLst>
          </p:cNvPr>
          <p:cNvSpPr/>
          <p:nvPr/>
        </p:nvSpPr>
        <p:spPr>
          <a:xfrm>
            <a:off x="2364849" y="306758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D719FB96-F308-4799-61E0-61499FC8C6ED}"/>
              </a:ext>
            </a:extLst>
          </p:cNvPr>
          <p:cNvCxnSpPr>
            <a:cxnSpLocks/>
            <a:stCxn id="13" idx="3"/>
            <a:endCxn id="30" idx="1"/>
          </p:cNvCxnSpPr>
          <p:nvPr/>
        </p:nvCxnSpPr>
        <p:spPr>
          <a:xfrm>
            <a:off x="3524196" y="2068108"/>
            <a:ext cx="955521" cy="3964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657FC8-06F8-4E0D-E852-CF3887C77583}"/>
              </a:ext>
            </a:extLst>
          </p:cNvPr>
          <p:cNvCxnSpPr>
            <a:cxnSpLocks/>
            <a:stCxn id="13" idx="1"/>
            <a:endCxn id="15" idx="1"/>
          </p:cNvCxnSpPr>
          <p:nvPr/>
        </p:nvCxnSpPr>
        <p:spPr>
          <a:xfrm rot="10800000" flipV="1">
            <a:off x="1146694" y="2068106"/>
            <a:ext cx="744613" cy="3476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C69B9D-F96F-47E7-4039-A501D66E02E0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2707749" y="1706270"/>
            <a:ext cx="0" cy="1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03EDEAD-2FBE-F970-D4DA-500F63FBEDDC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>
          <a:xfrm rot="16200000" flipH="1">
            <a:off x="1755176" y="2115010"/>
            <a:ext cx="344088" cy="15610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CCCFDA-2793-DA6A-0A6C-F6642FC78F15}"/>
              </a:ext>
            </a:extLst>
          </p:cNvPr>
          <p:cNvSpPr txBox="1"/>
          <p:nvPr/>
        </p:nvSpPr>
        <p:spPr>
          <a:xfrm>
            <a:off x="1515913" y="179978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468006-EF38-E7B1-A1F5-360450AD87ED}"/>
              </a:ext>
            </a:extLst>
          </p:cNvPr>
          <p:cNvSpPr txBox="1"/>
          <p:nvPr/>
        </p:nvSpPr>
        <p:spPr>
          <a:xfrm>
            <a:off x="3522243" y="179344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0" name="Data 29">
            <a:extLst>
              <a:ext uri="{FF2B5EF4-FFF2-40B4-BE49-F238E27FC236}">
                <a16:creationId xmlns:a16="http://schemas.microsoft.com/office/drawing/2014/main" id="{6FC2E69B-DC88-2EFB-E6FF-07D06F205145}"/>
              </a:ext>
            </a:extLst>
          </p:cNvPr>
          <p:cNvSpPr/>
          <p:nvPr/>
        </p:nvSpPr>
        <p:spPr>
          <a:xfrm>
            <a:off x="3284744" y="2464563"/>
            <a:ext cx="2389942" cy="21009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[</a:t>
            </a:r>
            <a:r>
              <a:rPr lang="en-US" sz="900" i="1" dirty="0"/>
              <a:t>size</a:t>
            </a:r>
            <a:r>
              <a:rPr lang="en-US" sz="900" dirty="0"/>
              <a:t> - 1].</a:t>
            </a:r>
            <a:endParaRPr lang="en-US" sz="900" i="1" dirty="0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A2B901F-B393-FCAB-2986-20AB7B13E529}"/>
              </a:ext>
            </a:extLst>
          </p:cNvPr>
          <p:cNvCxnSpPr>
            <a:cxnSpLocks/>
            <a:stCxn id="30" idx="4"/>
            <a:endCxn id="17" idx="0"/>
          </p:cNvCxnSpPr>
          <p:nvPr/>
        </p:nvCxnSpPr>
        <p:spPr>
          <a:xfrm rot="5400000">
            <a:off x="3397267" y="1985135"/>
            <a:ext cx="392930" cy="17719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</TotalTime>
  <Words>112</Words>
  <Application>Microsoft Macintosh PowerPoint</Application>
  <PresentationFormat>Custom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15</cp:revision>
  <dcterms:created xsi:type="dcterms:W3CDTF">2025-11-30T19:03:59Z</dcterms:created>
  <dcterms:modified xsi:type="dcterms:W3CDTF">2026-01-02T18:10:19Z</dcterms:modified>
</cp:coreProperties>
</file>