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7" r:id="rId2"/>
    <p:sldId id="258" r:id="rId3"/>
    <p:sldId id="259" r:id="rId4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616"/>
  </p:normalViewPr>
  <p:slideViewPr>
    <p:cSldViewPr snapToGrid="0">
      <p:cViewPr>
        <p:scale>
          <a:sx n="215" d="100"/>
          <a:sy n="215" d="100"/>
        </p:scale>
        <p:origin x="-536" y="-2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422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641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102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623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326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063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84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262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486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599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421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447466" y="563049"/>
            <a:ext cx="3460627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3.4. Lista jednokierunkowa.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447469" y="903319"/>
            <a:ext cx="484767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(insert).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908460" y="175141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957155" y="2189089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4186425" y="3186038"/>
            <a:ext cx="1446514" cy="2195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new</a:t>
            </a:r>
            <a:r>
              <a:rPr lang="pl-PL" sz="900" i="1" dirty="0"/>
              <a:t> </a:t>
            </a:r>
            <a:r>
              <a:rPr lang="pl-PL" sz="900" i="1" dirty="0" err="1"/>
              <a:t>Node</a:t>
            </a:r>
            <a:r>
              <a:rPr lang="pl-PL" sz="900" i="1" dirty="0"/>
              <a:t>(</a:t>
            </a:r>
            <a:r>
              <a:rPr lang="pl-PL" sz="900" i="1" dirty="0" err="1"/>
              <a:t>value</a:t>
            </a:r>
            <a:r>
              <a:rPr lang="pl-PL" sz="900" i="1" dirty="0"/>
              <a:t>)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76C92572-49D9-695C-8EB7-A233D22C1643}"/>
              </a:ext>
            </a:extLst>
          </p:cNvPr>
          <p:cNvSpPr/>
          <p:nvPr/>
        </p:nvSpPr>
        <p:spPr>
          <a:xfrm>
            <a:off x="2434915" y="2649386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&lt;=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941B053F-ADF1-4D14-4E38-723B0E557676}"/>
              </a:ext>
            </a:extLst>
          </p:cNvPr>
          <p:cNvSpPr/>
          <p:nvPr/>
        </p:nvSpPr>
        <p:spPr>
          <a:xfrm>
            <a:off x="365802" y="3263842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AC072F6A-A953-8511-E74F-55327FA2B930}"/>
              </a:ext>
            </a:extLst>
          </p:cNvPr>
          <p:cNvSpPr/>
          <p:nvPr/>
        </p:nvSpPr>
        <p:spPr>
          <a:xfrm>
            <a:off x="2316656" y="657273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4274D8-4035-0C6D-69E3-F57164517EAC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4067805" y="2812034"/>
            <a:ext cx="841877" cy="3740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5E9A302-2AC5-BE79-8F5D-A68C97D197A6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684129" y="2812034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12014-45F8-CB1B-AED8-FD42C0DC64F8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3251360" y="2438034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256BDB-D9E9-8D39-B0B7-049772DCF42A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77733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F9373-2BCB-5FE7-B0D0-E9C6B82DD15E}"/>
              </a:ext>
            </a:extLst>
          </p:cNvPr>
          <p:cNvSpPr txBox="1"/>
          <p:nvPr/>
        </p:nvSpPr>
        <p:spPr>
          <a:xfrm>
            <a:off x="2059525" y="254371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F6E33-0998-92A8-01EB-A52ECAC39F52}"/>
              </a:ext>
            </a:extLst>
          </p:cNvPr>
          <p:cNvSpPr txBox="1"/>
          <p:nvPr/>
        </p:nvSpPr>
        <p:spPr>
          <a:xfrm>
            <a:off x="4065855" y="253737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4" name="Decision 33">
            <a:extLst>
              <a:ext uri="{FF2B5EF4-FFF2-40B4-BE49-F238E27FC236}">
                <a16:creationId xmlns:a16="http://schemas.microsoft.com/office/drawing/2014/main" id="{F9989649-A981-7B5C-B150-A80C2C1A44FC}"/>
              </a:ext>
            </a:extLst>
          </p:cNvPr>
          <p:cNvSpPr/>
          <p:nvPr/>
        </p:nvSpPr>
        <p:spPr>
          <a:xfrm>
            <a:off x="4452678" y="3606391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 &lt;&gt; 0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8D274776-3F53-2726-1A21-33746D674F39}"/>
              </a:ext>
            </a:extLst>
          </p:cNvPr>
          <p:cNvSpPr/>
          <p:nvPr/>
        </p:nvSpPr>
        <p:spPr>
          <a:xfrm>
            <a:off x="3320050" y="4153059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 err="1"/>
              <a:t>root</a:t>
            </a:r>
            <a:endParaRPr lang="pl-PL" sz="900" dirty="0"/>
          </a:p>
          <a:p>
            <a:pPr algn="ctr"/>
            <a:r>
              <a:rPr lang="pl-PL" sz="900" i="1" dirty="0" err="1"/>
              <a:t>root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55A1D384-F8AC-E070-92BF-F78F1621691D}"/>
              </a:ext>
            </a:extLst>
          </p:cNvPr>
          <p:cNvSpPr/>
          <p:nvPr/>
        </p:nvSpPr>
        <p:spPr>
          <a:xfrm>
            <a:off x="6675524" y="4170306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root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8" name="Decision 37">
            <a:extLst>
              <a:ext uri="{FF2B5EF4-FFF2-40B4-BE49-F238E27FC236}">
                <a16:creationId xmlns:a16="http://schemas.microsoft.com/office/drawing/2014/main" id="{6F1C3900-BF52-0712-F8EA-7A2CB3EC40DB}"/>
              </a:ext>
            </a:extLst>
          </p:cNvPr>
          <p:cNvSpPr/>
          <p:nvPr/>
        </p:nvSpPr>
        <p:spPr>
          <a:xfrm>
            <a:off x="6675523" y="4711342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 - 1</a:t>
            </a:r>
          </a:p>
        </p:txBody>
      </p:sp>
      <p:sp>
        <p:nvSpPr>
          <p:cNvPr id="40" name="Process 39">
            <a:extLst>
              <a:ext uri="{FF2B5EF4-FFF2-40B4-BE49-F238E27FC236}">
                <a16:creationId xmlns:a16="http://schemas.microsoft.com/office/drawing/2014/main" id="{ABD84B1A-DFB0-C77D-8DE3-FB4E18899F71}"/>
              </a:ext>
            </a:extLst>
          </p:cNvPr>
          <p:cNvSpPr/>
          <p:nvPr/>
        </p:nvSpPr>
        <p:spPr>
          <a:xfrm>
            <a:off x="7804430" y="5294955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FA517E84-F15C-E9AF-5009-96500F5C6F04}"/>
              </a:ext>
            </a:extLst>
          </p:cNvPr>
          <p:cNvSpPr/>
          <p:nvPr/>
        </p:nvSpPr>
        <p:spPr>
          <a:xfrm>
            <a:off x="5274259" y="5266770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dirty="0"/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1B813149-5CF2-D916-B340-C08D38C1E359}"/>
              </a:ext>
            </a:extLst>
          </p:cNvPr>
          <p:cNvCxnSpPr>
            <a:stCxn id="34" idx="3"/>
            <a:endCxn id="37" idx="0"/>
          </p:cNvCxnSpPr>
          <p:nvPr/>
        </p:nvCxnSpPr>
        <p:spPr>
          <a:xfrm>
            <a:off x="5366687" y="3798401"/>
            <a:ext cx="1873290" cy="3719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1A6540FA-4755-BEA3-0935-D0A7CC287118}"/>
              </a:ext>
            </a:extLst>
          </p:cNvPr>
          <p:cNvCxnSpPr>
            <a:stCxn id="34" idx="1"/>
            <a:endCxn id="35" idx="0"/>
          </p:cNvCxnSpPr>
          <p:nvPr/>
        </p:nvCxnSpPr>
        <p:spPr>
          <a:xfrm rot="10800000" flipV="1">
            <a:off x="3884503" y="3798401"/>
            <a:ext cx="568174" cy="3546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B8CEA4F-FC15-5ED0-314D-860239F6EC8A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>
            <a:off x="4909682" y="3405627"/>
            <a:ext cx="1" cy="200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2690FDB-3AE0-EC50-E311-0B30A23F1E75}"/>
              </a:ext>
            </a:extLst>
          </p:cNvPr>
          <p:cNvCxnSpPr>
            <a:cxnSpLocks/>
            <a:stCxn id="38" idx="3"/>
            <a:endCxn id="40" idx="0"/>
          </p:cNvCxnSpPr>
          <p:nvPr/>
        </p:nvCxnSpPr>
        <p:spPr>
          <a:xfrm>
            <a:off x="7804432" y="4921826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4865869D-F8DC-46C8-D442-905DF3AC6AF8}"/>
              </a:ext>
            </a:extLst>
          </p:cNvPr>
          <p:cNvCxnSpPr>
            <a:stCxn id="40" idx="2"/>
            <a:endCxn id="38" idx="0"/>
          </p:cNvCxnSpPr>
          <p:nvPr/>
        </p:nvCxnSpPr>
        <p:spPr>
          <a:xfrm rot="5400000" flipH="1">
            <a:off x="7418066" y="4533255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3890151-69D2-3815-CED8-38A873C15E08}"/>
              </a:ext>
            </a:extLst>
          </p:cNvPr>
          <p:cNvCxnSpPr>
            <a:stCxn id="37" idx="2"/>
            <a:endCxn id="38" idx="0"/>
          </p:cNvCxnSpPr>
          <p:nvPr/>
        </p:nvCxnSpPr>
        <p:spPr>
          <a:xfrm>
            <a:off x="7239977" y="4495603"/>
            <a:ext cx="0" cy="215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AE01EB7F-7E76-AB06-B632-B5144FAAA99F}"/>
              </a:ext>
            </a:extLst>
          </p:cNvPr>
          <p:cNvCxnSpPr>
            <a:stCxn id="38" idx="1"/>
            <a:endCxn id="41" idx="0"/>
          </p:cNvCxnSpPr>
          <p:nvPr/>
        </p:nvCxnSpPr>
        <p:spPr>
          <a:xfrm rot="10800000" flipV="1">
            <a:off x="5974891" y="4921825"/>
            <a:ext cx="700632" cy="3449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F020C2EE-B06C-7618-DF27-014CB1FF19F4}"/>
              </a:ext>
            </a:extLst>
          </p:cNvPr>
          <p:cNvCxnSpPr>
            <a:cxnSpLocks/>
            <a:stCxn id="41" idx="2"/>
            <a:endCxn id="30" idx="0"/>
          </p:cNvCxnSpPr>
          <p:nvPr/>
        </p:nvCxnSpPr>
        <p:spPr>
          <a:xfrm rot="5400000">
            <a:off x="5030490" y="5010534"/>
            <a:ext cx="362868" cy="15259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8E3458BE-B34A-A8A5-CBD7-B2444DF11C1C}"/>
              </a:ext>
            </a:extLst>
          </p:cNvPr>
          <p:cNvCxnSpPr>
            <a:cxnSpLocks/>
            <a:stCxn id="35" idx="2"/>
            <a:endCxn id="30" idx="0"/>
          </p:cNvCxnSpPr>
          <p:nvPr/>
        </p:nvCxnSpPr>
        <p:spPr>
          <a:xfrm rot="16200000" flipH="1">
            <a:off x="3428440" y="4934418"/>
            <a:ext cx="1476579" cy="564453"/>
          </a:xfrm>
          <a:prstGeom prst="bentConnector3">
            <a:avLst>
              <a:gd name="adj1" fmla="val 878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10D8122-C7B5-6F86-B546-F184FD26D9F0}"/>
              </a:ext>
            </a:extLst>
          </p:cNvPr>
          <p:cNvSpPr txBox="1"/>
          <p:nvPr/>
        </p:nvSpPr>
        <p:spPr>
          <a:xfrm>
            <a:off x="5350744" y="351818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7FA81C9-A4C4-D998-538F-B5F90C70055D}"/>
              </a:ext>
            </a:extLst>
          </p:cNvPr>
          <p:cNvSpPr txBox="1"/>
          <p:nvPr/>
        </p:nvSpPr>
        <p:spPr>
          <a:xfrm>
            <a:off x="7770750" y="466571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F2A3A12-CF98-ECAA-48A1-4BAB80A30CC1}"/>
              </a:ext>
            </a:extLst>
          </p:cNvPr>
          <p:cNvSpPr txBox="1"/>
          <p:nvPr/>
        </p:nvSpPr>
        <p:spPr>
          <a:xfrm>
            <a:off x="4014450" y="351664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9CCFAE-96C1-C9DA-87A2-CA5BE0A19D7B}"/>
              </a:ext>
            </a:extLst>
          </p:cNvPr>
          <p:cNvSpPr txBox="1"/>
          <p:nvPr/>
        </p:nvSpPr>
        <p:spPr>
          <a:xfrm>
            <a:off x="6221621" y="462476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09B9BC0-392F-DAF0-2F35-372E99B4CCBB}"/>
              </a:ext>
            </a:extLst>
          </p:cNvPr>
          <p:cNvSpPr/>
          <p:nvPr/>
        </p:nvSpPr>
        <p:spPr>
          <a:xfrm>
            <a:off x="3988230" y="5954935"/>
            <a:ext cx="921452" cy="21958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ECE96A33-2B16-B8A7-A721-7C40B9C3C394}"/>
              </a:ext>
            </a:extLst>
          </p:cNvPr>
          <p:cNvCxnSpPr>
            <a:cxnSpLocks/>
            <a:stCxn id="30" idx="2"/>
            <a:endCxn id="12" idx="0"/>
          </p:cNvCxnSpPr>
          <p:nvPr/>
        </p:nvCxnSpPr>
        <p:spPr>
          <a:xfrm rot="5400000">
            <a:off x="3355151" y="5478929"/>
            <a:ext cx="398210" cy="1789400"/>
          </a:xfrm>
          <a:prstGeom prst="bentConnector3">
            <a:avLst>
              <a:gd name="adj1" fmla="val 365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F01DB3D-A737-CF00-CFB7-73BCAFEC5C42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 rot="16200000" flipH="1">
            <a:off x="671285" y="4584462"/>
            <a:ext cx="3001115" cy="975427"/>
          </a:xfrm>
          <a:prstGeom prst="bentConnector3">
            <a:avLst>
              <a:gd name="adj1" fmla="val 915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15C684-959D-3DA9-3C8C-4E2CEE342718}"/>
              </a:ext>
            </a:extLst>
          </p:cNvPr>
          <p:cNvSpPr txBox="1"/>
          <p:nvPr/>
        </p:nvSpPr>
        <p:spPr>
          <a:xfrm>
            <a:off x="447466" y="508458"/>
            <a:ext cx="3460627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3.4. Lista jednokierunkowa.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98F84-56EA-B4ED-D895-7FB57EB95891}"/>
              </a:ext>
            </a:extLst>
          </p:cNvPr>
          <p:cNvSpPr txBox="1"/>
          <p:nvPr/>
        </p:nvSpPr>
        <p:spPr>
          <a:xfrm>
            <a:off x="447470" y="848728"/>
            <a:ext cx="489864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</a:t>
            </a:r>
            <a:r>
              <a:rPr lang="pl-PL" sz="2700" dirty="0" err="1"/>
              <a:t>remove</a:t>
            </a:r>
            <a:r>
              <a:rPr lang="pl-PL" sz="2700" dirty="0"/>
              <a:t>).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92E5BE7A-0603-9DBE-4BDE-044597044558}"/>
              </a:ext>
            </a:extLst>
          </p:cNvPr>
          <p:cNvSpPr/>
          <p:nvPr/>
        </p:nvSpPr>
        <p:spPr>
          <a:xfrm>
            <a:off x="2908460" y="169682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CC1DF350-54A1-063A-FFFF-AF5AA5D071B7}"/>
              </a:ext>
            </a:extLst>
          </p:cNvPr>
          <p:cNvSpPr/>
          <p:nvPr/>
        </p:nvSpPr>
        <p:spPr>
          <a:xfrm>
            <a:off x="1957155" y="2134498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5" name="Process 14">
            <a:extLst>
              <a:ext uri="{FF2B5EF4-FFF2-40B4-BE49-F238E27FC236}">
                <a16:creationId xmlns:a16="http://schemas.microsoft.com/office/drawing/2014/main" id="{CC715BC2-D107-92DF-F66E-6AE42B1699EA}"/>
              </a:ext>
            </a:extLst>
          </p:cNvPr>
          <p:cNvSpPr/>
          <p:nvPr/>
        </p:nvSpPr>
        <p:spPr>
          <a:xfrm>
            <a:off x="5806733" y="5561318"/>
            <a:ext cx="872872" cy="24894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8C628181-3561-6C82-0C51-63BED30ECBCF}"/>
              </a:ext>
            </a:extLst>
          </p:cNvPr>
          <p:cNvSpPr/>
          <p:nvPr/>
        </p:nvSpPr>
        <p:spPr>
          <a:xfrm>
            <a:off x="2434915" y="2594795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9" name="Data 18">
            <a:extLst>
              <a:ext uri="{FF2B5EF4-FFF2-40B4-BE49-F238E27FC236}">
                <a16:creationId xmlns:a16="http://schemas.microsoft.com/office/drawing/2014/main" id="{D459FED9-D3EC-3DF0-5117-88617BB3E4F0}"/>
              </a:ext>
            </a:extLst>
          </p:cNvPr>
          <p:cNvSpPr/>
          <p:nvPr/>
        </p:nvSpPr>
        <p:spPr>
          <a:xfrm>
            <a:off x="365802" y="3209251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20" name="Terminator 19">
            <a:extLst>
              <a:ext uri="{FF2B5EF4-FFF2-40B4-BE49-F238E27FC236}">
                <a16:creationId xmlns:a16="http://schemas.microsoft.com/office/drawing/2014/main" id="{FBB3BFA6-3E32-3F24-7186-9E5056A37560}"/>
              </a:ext>
            </a:extLst>
          </p:cNvPr>
          <p:cNvSpPr/>
          <p:nvPr/>
        </p:nvSpPr>
        <p:spPr>
          <a:xfrm>
            <a:off x="4065854" y="676457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3DACF30-D3EC-517A-5A32-86D13D18C9E0}"/>
              </a:ext>
            </a:extLst>
          </p:cNvPr>
          <p:cNvCxnSpPr>
            <a:cxnSpLocks/>
            <a:stCxn id="17" idx="3"/>
            <a:endCxn id="82" idx="0"/>
          </p:cNvCxnSpPr>
          <p:nvPr/>
        </p:nvCxnSpPr>
        <p:spPr>
          <a:xfrm>
            <a:off x="4067805" y="2757443"/>
            <a:ext cx="2722339" cy="2982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030ECEF-B4FC-AAF7-1944-B1725E6E7E4B}"/>
              </a:ext>
            </a:extLst>
          </p:cNvPr>
          <p:cNvCxnSpPr>
            <a:cxnSpLocks/>
            <a:stCxn id="17" idx="1"/>
            <a:endCxn id="19" idx="1"/>
          </p:cNvCxnSpPr>
          <p:nvPr/>
        </p:nvCxnSpPr>
        <p:spPr>
          <a:xfrm rot="10800000" flipV="1">
            <a:off x="1684129" y="2757443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499852-869A-7A90-06B0-9690342FF15C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>
            <a:off x="3251360" y="2383443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21F2C1-62EF-F49A-81D2-FF9DCCF15C13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>
            <a:off x="3251360" y="1923142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7F85BB-8A5C-73CA-17C9-75F933E01ED0}"/>
              </a:ext>
            </a:extLst>
          </p:cNvPr>
          <p:cNvSpPr txBox="1"/>
          <p:nvPr/>
        </p:nvSpPr>
        <p:spPr>
          <a:xfrm>
            <a:off x="2059525" y="248912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59C322-6140-A459-26A1-66FE6659E1FD}"/>
              </a:ext>
            </a:extLst>
          </p:cNvPr>
          <p:cNvSpPr txBox="1"/>
          <p:nvPr/>
        </p:nvSpPr>
        <p:spPr>
          <a:xfrm>
            <a:off x="4065855" y="24827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9295AF07-1CFD-8F14-BB44-F90A117BAE25}"/>
              </a:ext>
            </a:extLst>
          </p:cNvPr>
          <p:cNvSpPr/>
          <p:nvPr/>
        </p:nvSpPr>
        <p:spPr>
          <a:xfrm>
            <a:off x="8191408" y="3651609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root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6" name="Decision 35">
            <a:extLst>
              <a:ext uri="{FF2B5EF4-FFF2-40B4-BE49-F238E27FC236}">
                <a16:creationId xmlns:a16="http://schemas.microsoft.com/office/drawing/2014/main" id="{EC9E89AA-C804-BDB2-036C-026BB2FAF70F}"/>
              </a:ext>
            </a:extLst>
          </p:cNvPr>
          <p:cNvSpPr/>
          <p:nvPr/>
        </p:nvSpPr>
        <p:spPr>
          <a:xfrm>
            <a:off x="8191407" y="4203457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 - 1</a:t>
            </a:r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C26E1B67-1225-9DB4-6BCC-71B19248DBBC}"/>
              </a:ext>
            </a:extLst>
          </p:cNvPr>
          <p:cNvSpPr/>
          <p:nvPr/>
        </p:nvSpPr>
        <p:spPr>
          <a:xfrm>
            <a:off x="9320314" y="4787070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5B9A467C-F200-F8DE-C3DD-7924BCDBE599}"/>
              </a:ext>
            </a:extLst>
          </p:cNvPr>
          <p:cNvSpPr/>
          <p:nvPr/>
        </p:nvSpPr>
        <p:spPr>
          <a:xfrm>
            <a:off x="6790143" y="4787069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node.next</a:t>
            </a:r>
            <a:endParaRPr lang="pl-PL" sz="900" dirty="0"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59059EB-8B91-0B4C-0974-C8DFA98E9B88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>
            <a:off x="9320316" y="4413941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8134240-72C1-A32F-3136-356851A9B4F5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rot="5400000" flipH="1">
            <a:off x="8933950" y="4025370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F82A00E-34C7-CCA4-241B-4DEA2B0E042B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8755861" y="3976906"/>
            <a:ext cx="0" cy="226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252796A1-98DA-FCBC-5278-B8466BF10066}"/>
              </a:ext>
            </a:extLst>
          </p:cNvPr>
          <p:cNvCxnSpPr>
            <a:cxnSpLocks/>
            <a:stCxn id="36" idx="1"/>
            <a:endCxn id="38" idx="0"/>
          </p:cNvCxnSpPr>
          <p:nvPr/>
        </p:nvCxnSpPr>
        <p:spPr>
          <a:xfrm rot="10800000" flipV="1">
            <a:off x="7490775" y="4413940"/>
            <a:ext cx="700632" cy="373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Decision 81">
            <a:extLst>
              <a:ext uri="{FF2B5EF4-FFF2-40B4-BE49-F238E27FC236}">
                <a16:creationId xmlns:a16="http://schemas.microsoft.com/office/drawing/2014/main" id="{BFCDFDE2-55A2-C856-7014-12B2AB627AEC}"/>
              </a:ext>
            </a:extLst>
          </p:cNvPr>
          <p:cNvSpPr/>
          <p:nvPr/>
        </p:nvSpPr>
        <p:spPr>
          <a:xfrm>
            <a:off x="6333139" y="3055665"/>
            <a:ext cx="914009" cy="384019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index &lt;&gt; 0</a:t>
            </a:r>
          </a:p>
        </p:txBody>
      </p:sp>
      <p:sp>
        <p:nvSpPr>
          <p:cNvPr id="83" name="Process 82">
            <a:extLst>
              <a:ext uri="{FF2B5EF4-FFF2-40B4-BE49-F238E27FC236}">
                <a16:creationId xmlns:a16="http://schemas.microsoft.com/office/drawing/2014/main" id="{0BFADD33-5B94-8524-41EE-7B723222E960}"/>
              </a:ext>
            </a:extLst>
          </p:cNvPr>
          <p:cNvSpPr/>
          <p:nvPr/>
        </p:nvSpPr>
        <p:spPr>
          <a:xfrm>
            <a:off x="4545565" y="3651609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root</a:t>
            </a:r>
            <a:endParaRPr lang="pl-PL" sz="900" dirty="0"/>
          </a:p>
          <a:p>
            <a:pPr algn="ctr"/>
            <a:r>
              <a:rPr lang="pl-PL" sz="900" i="1" dirty="0" err="1"/>
              <a:t>root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node.next</a:t>
            </a:r>
            <a:endParaRPr lang="pl-PL" sz="900" dirty="0"/>
          </a:p>
        </p:txBody>
      </p:sp>
      <p:sp>
        <p:nvSpPr>
          <p:cNvPr id="85" name="Data 84">
            <a:extLst>
              <a:ext uri="{FF2B5EF4-FFF2-40B4-BE49-F238E27FC236}">
                <a16:creationId xmlns:a16="http://schemas.microsoft.com/office/drawing/2014/main" id="{7C496915-8087-6D78-9F66-758C3992F089}"/>
              </a:ext>
            </a:extLst>
          </p:cNvPr>
          <p:cNvSpPr/>
          <p:nvPr/>
        </p:nvSpPr>
        <p:spPr>
          <a:xfrm>
            <a:off x="5259759" y="5997794"/>
            <a:ext cx="1966820" cy="2252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node.value</a:t>
            </a:r>
            <a:endParaRPr lang="en-US" sz="900" i="1" dirty="0"/>
          </a:p>
        </p:txBody>
      </p: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6E819838-2B0E-63AD-4191-85FF584FECE6}"/>
              </a:ext>
            </a:extLst>
          </p:cNvPr>
          <p:cNvCxnSpPr>
            <a:stCxn id="82" idx="3"/>
            <a:endCxn id="35" idx="0"/>
          </p:cNvCxnSpPr>
          <p:nvPr/>
        </p:nvCxnSpPr>
        <p:spPr>
          <a:xfrm>
            <a:off x="7247147" y="3247675"/>
            <a:ext cx="1508714" cy="403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1D41739E-5C52-0D91-C41C-6481F9A6A889}"/>
              </a:ext>
            </a:extLst>
          </p:cNvPr>
          <p:cNvCxnSpPr>
            <a:cxnSpLocks/>
            <a:stCxn id="82" idx="1"/>
            <a:endCxn id="83" idx="0"/>
          </p:cNvCxnSpPr>
          <p:nvPr/>
        </p:nvCxnSpPr>
        <p:spPr>
          <a:xfrm rot="10800000" flipV="1">
            <a:off x="5110018" y="3247675"/>
            <a:ext cx="1223120" cy="4039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A696D135-0531-BCE2-C81A-9ACC109E2B33}"/>
              </a:ext>
            </a:extLst>
          </p:cNvPr>
          <p:cNvCxnSpPr>
            <a:cxnSpLocks/>
            <a:stCxn id="83" idx="2"/>
            <a:endCxn id="15" idx="0"/>
          </p:cNvCxnSpPr>
          <p:nvPr/>
        </p:nvCxnSpPr>
        <p:spPr>
          <a:xfrm rot="16200000" flipH="1">
            <a:off x="4884387" y="4202536"/>
            <a:ext cx="1584412" cy="11331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4515245B-56D5-EEBA-8FA6-4025B8A46620}"/>
              </a:ext>
            </a:extLst>
          </p:cNvPr>
          <p:cNvCxnSpPr>
            <a:cxnSpLocks/>
            <a:stCxn id="38" idx="2"/>
            <a:endCxn id="15" idx="0"/>
          </p:cNvCxnSpPr>
          <p:nvPr/>
        </p:nvCxnSpPr>
        <p:spPr>
          <a:xfrm rot="5400000">
            <a:off x="6642496" y="4713039"/>
            <a:ext cx="448952" cy="12476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323AF5D8-6190-6561-21C5-1F4653F3F90D}"/>
              </a:ext>
            </a:extLst>
          </p:cNvPr>
          <p:cNvCxnSpPr>
            <a:stCxn id="85" idx="4"/>
            <a:endCxn id="20" idx="0"/>
          </p:cNvCxnSpPr>
          <p:nvPr/>
        </p:nvCxnSpPr>
        <p:spPr>
          <a:xfrm rot="5400000">
            <a:off x="5055183" y="5576585"/>
            <a:ext cx="541558" cy="18344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217A3902-7F2A-A205-2D13-C0C65D977746}"/>
              </a:ext>
            </a:extLst>
          </p:cNvPr>
          <p:cNvCxnSpPr>
            <a:stCxn id="19" idx="4"/>
            <a:endCxn id="20" idx="0"/>
          </p:cNvCxnSpPr>
          <p:nvPr/>
        </p:nvCxnSpPr>
        <p:spPr>
          <a:xfrm rot="16200000" flipH="1">
            <a:off x="1422670" y="3778486"/>
            <a:ext cx="3247542" cy="2724625"/>
          </a:xfrm>
          <a:prstGeom prst="bentConnector3">
            <a:avLst>
              <a:gd name="adj1" fmla="val 916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75C4FCD-5F74-0122-F8E6-20797965EA75}"/>
              </a:ext>
            </a:extLst>
          </p:cNvPr>
          <p:cNvSpPr txBox="1"/>
          <p:nvPr/>
        </p:nvSpPr>
        <p:spPr>
          <a:xfrm>
            <a:off x="7242606" y="293935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7F4DB5C-5532-8BF8-573D-BF6134D07EF7}"/>
              </a:ext>
            </a:extLst>
          </p:cNvPr>
          <p:cNvSpPr txBox="1"/>
          <p:nvPr/>
        </p:nvSpPr>
        <p:spPr>
          <a:xfrm>
            <a:off x="9315771" y="411388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1A9C61B-8833-73D9-2FDC-21594F57B821}"/>
              </a:ext>
            </a:extLst>
          </p:cNvPr>
          <p:cNvSpPr txBox="1"/>
          <p:nvPr/>
        </p:nvSpPr>
        <p:spPr>
          <a:xfrm>
            <a:off x="5929959" y="295357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AD092D0-66AA-4884-1B3E-1FF4B0BF8596}"/>
              </a:ext>
            </a:extLst>
          </p:cNvPr>
          <p:cNvSpPr txBox="1"/>
          <p:nvPr/>
        </p:nvSpPr>
        <p:spPr>
          <a:xfrm>
            <a:off x="7750876" y="41044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7866032-757D-8009-BE45-85F73E7BD0DA}"/>
              </a:ext>
            </a:extLst>
          </p:cNvPr>
          <p:cNvCxnSpPr>
            <a:stCxn id="15" idx="2"/>
            <a:endCxn id="85" idx="1"/>
          </p:cNvCxnSpPr>
          <p:nvPr/>
        </p:nvCxnSpPr>
        <p:spPr>
          <a:xfrm>
            <a:off x="6243169" y="5810263"/>
            <a:ext cx="0" cy="187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3AFD8-AF59-3DD4-8288-9FA7807EF03C}"/>
              </a:ext>
            </a:extLst>
          </p:cNvPr>
          <p:cNvSpPr txBox="1"/>
          <p:nvPr/>
        </p:nvSpPr>
        <p:spPr>
          <a:xfrm>
            <a:off x="447466" y="494810"/>
            <a:ext cx="3460627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3.4. Lista jednokierunkowa.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69628-67AC-0240-6BE8-F223AB30AEFD}"/>
              </a:ext>
            </a:extLst>
          </p:cNvPr>
          <p:cNvSpPr txBox="1"/>
          <p:nvPr/>
        </p:nvSpPr>
        <p:spPr>
          <a:xfrm>
            <a:off x="447470" y="835080"/>
            <a:ext cx="5214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elementów (index).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2EFFCD9-1DB8-68F4-7DE8-91A62FECBBB8}"/>
              </a:ext>
            </a:extLst>
          </p:cNvPr>
          <p:cNvSpPr/>
          <p:nvPr/>
        </p:nvSpPr>
        <p:spPr>
          <a:xfrm>
            <a:off x="2908460" y="168318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757D4FC2-72B8-20EE-ED90-3F45B48E37B3}"/>
              </a:ext>
            </a:extLst>
          </p:cNvPr>
          <p:cNvSpPr/>
          <p:nvPr/>
        </p:nvSpPr>
        <p:spPr>
          <a:xfrm>
            <a:off x="2469787" y="2120850"/>
            <a:ext cx="15631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493EFB-6432-0C0C-28BB-B34D226138BF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09494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rocess 46">
            <a:extLst>
              <a:ext uri="{FF2B5EF4-FFF2-40B4-BE49-F238E27FC236}">
                <a16:creationId xmlns:a16="http://schemas.microsoft.com/office/drawing/2014/main" id="{E6798AC8-05E2-4C63-434D-9F8DE0666D5F}"/>
              </a:ext>
            </a:extLst>
          </p:cNvPr>
          <p:cNvSpPr/>
          <p:nvPr/>
        </p:nvSpPr>
        <p:spPr>
          <a:xfrm>
            <a:off x="2748600" y="2592726"/>
            <a:ext cx="1005520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root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48" name="Decision 47">
            <a:extLst>
              <a:ext uri="{FF2B5EF4-FFF2-40B4-BE49-F238E27FC236}">
                <a16:creationId xmlns:a16="http://schemas.microsoft.com/office/drawing/2014/main" id="{2779E637-99F8-161C-6B8B-1911D0882A59}"/>
              </a:ext>
            </a:extLst>
          </p:cNvPr>
          <p:cNvSpPr/>
          <p:nvPr/>
        </p:nvSpPr>
        <p:spPr>
          <a:xfrm>
            <a:off x="2686906" y="3140294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49" name="Data 48">
            <a:extLst>
              <a:ext uri="{FF2B5EF4-FFF2-40B4-BE49-F238E27FC236}">
                <a16:creationId xmlns:a16="http://schemas.microsoft.com/office/drawing/2014/main" id="{7115E62D-024A-1ECF-D797-0C6F65CD04CB}"/>
              </a:ext>
            </a:extLst>
          </p:cNvPr>
          <p:cNvSpPr/>
          <p:nvPr/>
        </p:nvSpPr>
        <p:spPr>
          <a:xfrm>
            <a:off x="899346" y="3783532"/>
            <a:ext cx="1381574" cy="22631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-1</a:t>
            </a:r>
          </a:p>
        </p:txBody>
      </p:sp>
      <p:sp>
        <p:nvSpPr>
          <p:cNvPr id="50" name="Terminator 49">
            <a:extLst>
              <a:ext uri="{FF2B5EF4-FFF2-40B4-BE49-F238E27FC236}">
                <a16:creationId xmlns:a16="http://schemas.microsoft.com/office/drawing/2014/main" id="{7090A623-749A-54F1-60AF-2E528373C891}"/>
              </a:ext>
            </a:extLst>
          </p:cNvPr>
          <p:cNvSpPr/>
          <p:nvPr/>
        </p:nvSpPr>
        <p:spPr>
          <a:xfrm>
            <a:off x="1896796" y="497990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51" name="Decision 50">
            <a:extLst>
              <a:ext uri="{FF2B5EF4-FFF2-40B4-BE49-F238E27FC236}">
                <a16:creationId xmlns:a16="http://schemas.microsoft.com/office/drawing/2014/main" id="{6B6B73EF-8940-FB0A-D7FF-CAB8E54B24A1}"/>
              </a:ext>
            </a:extLst>
          </p:cNvPr>
          <p:cNvSpPr/>
          <p:nvPr/>
        </p:nvSpPr>
        <p:spPr>
          <a:xfrm>
            <a:off x="3964170" y="3783531"/>
            <a:ext cx="1927006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current.value</a:t>
            </a:r>
            <a:r>
              <a:rPr lang="pl-PL" sz="900" dirty="0"/>
              <a:t> &lt;&gt; </a:t>
            </a:r>
            <a:r>
              <a:rPr lang="pl-PL" sz="900" i="1" dirty="0" err="1"/>
              <a:t>value</a:t>
            </a:r>
            <a:endParaRPr lang="pl-PL" sz="900" i="1" dirty="0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FDD53778-43A2-F526-09FA-9FDC0031CD01}"/>
              </a:ext>
            </a:extLst>
          </p:cNvPr>
          <p:cNvSpPr/>
          <p:nvPr/>
        </p:nvSpPr>
        <p:spPr>
          <a:xfrm>
            <a:off x="2582596" y="4336678"/>
            <a:ext cx="1381574" cy="20718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i</a:t>
            </a:r>
            <a:endParaRPr lang="en-US" sz="900" i="1" dirty="0"/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2453800-5AEC-F9A7-12A3-0BE815A56AC4}"/>
              </a:ext>
            </a:extLst>
          </p:cNvPr>
          <p:cNvCxnSpPr>
            <a:stCxn id="48" idx="3"/>
            <a:endCxn id="51" idx="0"/>
          </p:cNvCxnSpPr>
          <p:nvPr/>
        </p:nvCxnSpPr>
        <p:spPr>
          <a:xfrm>
            <a:off x="3815815" y="3350777"/>
            <a:ext cx="1111859" cy="4327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0149233-6BB4-35E9-98D5-016DBA6F982E}"/>
              </a:ext>
            </a:extLst>
          </p:cNvPr>
          <p:cNvCxnSpPr>
            <a:stCxn id="48" idx="1"/>
            <a:endCxn id="49" idx="1"/>
          </p:cNvCxnSpPr>
          <p:nvPr/>
        </p:nvCxnSpPr>
        <p:spPr>
          <a:xfrm rot="10800000" flipV="1">
            <a:off x="1590135" y="3350776"/>
            <a:ext cx="1096773" cy="4327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89463AB-A17F-4AD3-AAFE-9B19EA55545B}"/>
              </a:ext>
            </a:extLst>
          </p:cNvPr>
          <p:cNvCxnSpPr>
            <a:cxnSpLocks/>
            <a:endCxn id="52" idx="1"/>
          </p:cNvCxnSpPr>
          <p:nvPr/>
        </p:nvCxnSpPr>
        <p:spPr>
          <a:xfrm rot="10800000" flipV="1">
            <a:off x="3273385" y="3935264"/>
            <a:ext cx="690787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rocess 61">
            <a:extLst>
              <a:ext uri="{FF2B5EF4-FFF2-40B4-BE49-F238E27FC236}">
                <a16:creationId xmlns:a16="http://schemas.microsoft.com/office/drawing/2014/main" id="{CDA12B7D-D59D-971F-D44E-CDAFCE04F2DD}"/>
              </a:ext>
            </a:extLst>
          </p:cNvPr>
          <p:cNvSpPr/>
          <p:nvPr/>
        </p:nvSpPr>
        <p:spPr>
          <a:xfrm>
            <a:off x="5892570" y="4336678"/>
            <a:ext cx="1341350" cy="3546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50FB9CFC-7B93-4658-1B61-F6930D6DD41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5891177" y="3935264"/>
            <a:ext cx="672069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A7EAED4D-C478-4DB5-95DD-BC1636D7CA4C}"/>
              </a:ext>
            </a:extLst>
          </p:cNvPr>
          <p:cNvCxnSpPr>
            <a:stCxn id="62" idx="2"/>
            <a:endCxn id="48" idx="0"/>
          </p:cNvCxnSpPr>
          <p:nvPr/>
        </p:nvCxnSpPr>
        <p:spPr>
          <a:xfrm rot="5400000" flipH="1">
            <a:off x="4131782" y="2259873"/>
            <a:ext cx="1551042" cy="3311885"/>
          </a:xfrm>
          <a:prstGeom prst="bentConnector5">
            <a:avLst>
              <a:gd name="adj1" fmla="val -14738"/>
              <a:gd name="adj2" fmla="val -27544"/>
              <a:gd name="adj3" fmla="val 1094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9492F00-9950-6CD5-3ACB-73A0100E9666}"/>
              </a:ext>
            </a:extLst>
          </p:cNvPr>
          <p:cNvCxnSpPr>
            <a:stCxn id="52" idx="4"/>
            <a:endCxn id="50" idx="0"/>
          </p:cNvCxnSpPr>
          <p:nvPr/>
        </p:nvCxnSpPr>
        <p:spPr>
          <a:xfrm rot="5400000">
            <a:off x="2538517" y="4245038"/>
            <a:ext cx="436046" cy="10336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33DA7F5-2770-66F7-6FA1-DC269B7A91E1}"/>
              </a:ext>
            </a:extLst>
          </p:cNvPr>
          <p:cNvCxnSpPr>
            <a:stCxn id="49" idx="4"/>
            <a:endCxn id="50" idx="0"/>
          </p:cNvCxnSpPr>
          <p:nvPr/>
        </p:nvCxnSpPr>
        <p:spPr>
          <a:xfrm rot="16200000" flipH="1">
            <a:off x="1429885" y="4170093"/>
            <a:ext cx="970058" cy="649563"/>
          </a:xfrm>
          <a:prstGeom prst="bentConnector3">
            <a:avLst>
              <a:gd name="adj1" fmla="val 777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7C837F-80AB-29D9-E9B5-076A587AE82A}"/>
              </a:ext>
            </a:extLst>
          </p:cNvPr>
          <p:cNvSpPr txBox="1"/>
          <p:nvPr/>
        </p:nvSpPr>
        <p:spPr>
          <a:xfrm>
            <a:off x="5899910" y="364016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E354EF-34C7-49BC-6125-9E7908BF3B13}"/>
              </a:ext>
            </a:extLst>
          </p:cNvPr>
          <p:cNvSpPr txBox="1"/>
          <p:nvPr/>
        </p:nvSpPr>
        <p:spPr>
          <a:xfrm>
            <a:off x="3553220" y="363634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C4D0AE-887B-127E-4118-F33A81E5CED6}"/>
              </a:ext>
            </a:extLst>
          </p:cNvPr>
          <p:cNvSpPr txBox="1"/>
          <p:nvPr/>
        </p:nvSpPr>
        <p:spPr>
          <a:xfrm>
            <a:off x="2207020" y="304198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D01EA9-C406-99C1-22B9-0B3BF7C1DAF2}"/>
              </a:ext>
            </a:extLst>
          </p:cNvPr>
          <p:cNvSpPr txBox="1"/>
          <p:nvPr/>
        </p:nvSpPr>
        <p:spPr>
          <a:xfrm>
            <a:off x="3786630" y="30508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FA00AB-9D92-923E-45EA-A0252EFDCE3F}"/>
              </a:ext>
            </a:extLst>
          </p:cNvPr>
          <p:cNvCxnSpPr>
            <a:cxnSpLocks/>
            <a:stCxn id="7" idx="4"/>
            <a:endCxn id="47" idx="0"/>
          </p:cNvCxnSpPr>
          <p:nvPr/>
        </p:nvCxnSpPr>
        <p:spPr>
          <a:xfrm>
            <a:off x="3251360" y="2369795"/>
            <a:ext cx="0" cy="222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092559B-01FD-44F2-49C1-3901CCB2D879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3251360" y="2918023"/>
            <a:ext cx="0" cy="222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1335</TotalTime>
  <Words>221</Words>
  <Application>Microsoft Macintosh PowerPoint</Application>
  <PresentationFormat>Custom</PresentationFormat>
  <Paragraphs>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18</cp:revision>
  <dcterms:created xsi:type="dcterms:W3CDTF">2025-11-30T19:03:59Z</dcterms:created>
  <dcterms:modified xsi:type="dcterms:W3CDTF">2026-01-03T12:25:16Z</dcterms:modified>
</cp:coreProperties>
</file>