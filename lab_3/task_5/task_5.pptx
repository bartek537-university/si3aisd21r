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sldIdLst>
    <p:sldId id="257" r:id="rId2"/>
    <p:sldId id="258" r:id="rId3"/>
    <p:sldId id="259" r:id="rId4"/>
  </p:sldIdLst>
  <p:sldSz cx="1371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28"/>
    <p:restoredTop sz="94615"/>
  </p:normalViewPr>
  <p:slideViewPr>
    <p:cSldViewPr snapToGrid="0">
      <p:cViewPr>
        <p:scale>
          <a:sx n="157" d="100"/>
          <a:sy n="157" d="100"/>
        </p:scale>
        <p:origin x="1816" y="-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496484"/>
            <a:ext cx="116586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4224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2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2279653"/>
            <a:ext cx="1183005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6119286"/>
            <a:ext cx="1183005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6412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1025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486835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2241551"/>
            <a:ext cx="5802510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2241551"/>
            <a:ext cx="58310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86239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3268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10635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316568"/>
            <a:ext cx="694372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484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316568"/>
            <a:ext cx="694372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32626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94866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486833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486833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05990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86835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475136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94217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447466" y="563049"/>
            <a:ext cx="3460627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3.5. Lista dwukierunkowa.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447469" y="903319"/>
            <a:ext cx="484767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Dodawanie elementów (insert).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2908460" y="1751419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1957155" y="2189089"/>
            <a:ext cx="2588410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value</a:t>
            </a:r>
            <a:r>
              <a:rPr lang="en-US" sz="900" dirty="0"/>
              <a:t> </a:t>
            </a:r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i="1" dirty="0"/>
              <a:t>index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857AD6E5-352F-8CCC-60B3-468DFF87EDD0}"/>
              </a:ext>
            </a:extLst>
          </p:cNvPr>
          <p:cNvSpPr/>
          <p:nvPr/>
        </p:nvSpPr>
        <p:spPr>
          <a:xfrm>
            <a:off x="4186425" y="3186038"/>
            <a:ext cx="1446514" cy="21958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</a:t>
            </a:r>
            <a:r>
              <a:rPr lang="pl-PL" sz="900" dirty="0"/>
              <a:t> ← </a:t>
            </a:r>
            <a:r>
              <a:rPr lang="pl-PL" sz="900" i="1" dirty="0" err="1"/>
              <a:t>new</a:t>
            </a:r>
            <a:r>
              <a:rPr lang="pl-PL" sz="900" i="1" dirty="0"/>
              <a:t> </a:t>
            </a:r>
            <a:r>
              <a:rPr lang="pl-PL" sz="900" i="1" dirty="0" err="1"/>
              <a:t>Node</a:t>
            </a:r>
            <a:r>
              <a:rPr lang="pl-PL" sz="900" i="1" dirty="0"/>
              <a:t>(</a:t>
            </a:r>
            <a:r>
              <a:rPr lang="pl-PL" sz="900" i="1" dirty="0" err="1"/>
              <a:t>value</a:t>
            </a:r>
            <a:r>
              <a:rPr lang="pl-PL" sz="900" i="1" dirty="0"/>
              <a:t>)</a:t>
            </a:r>
          </a:p>
        </p:txBody>
      </p:sp>
      <p:sp>
        <p:nvSpPr>
          <p:cNvPr id="3" name="Decision 2">
            <a:extLst>
              <a:ext uri="{FF2B5EF4-FFF2-40B4-BE49-F238E27FC236}">
                <a16:creationId xmlns:a16="http://schemas.microsoft.com/office/drawing/2014/main" id="{76C92572-49D9-695C-8EB7-A233D22C1643}"/>
              </a:ext>
            </a:extLst>
          </p:cNvPr>
          <p:cNvSpPr/>
          <p:nvPr/>
        </p:nvSpPr>
        <p:spPr>
          <a:xfrm>
            <a:off x="2434915" y="2649386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0 &lt;= index</a:t>
            </a:r>
            <a:r>
              <a:rPr lang="pl-PL" sz="900" dirty="0"/>
              <a:t> &lt;=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10" name="Data 9">
            <a:extLst>
              <a:ext uri="{FF2B5EF4-FFF2-40B4-BE49-F238E27FC236}">
                <a16:creationId xmlns:a16="http://schemas.microsoft.com/office/drawing/2014/main" id="{941B053F-ADF1-4D14-4E38-723B0E557676}"/>
              </a:ext>
            </a:extLst>
          </p:cNvPr>
          <p:cNvSpPr/>
          <p:nvPr/>
        </p:nvSpPr>
        <p:spPr>
          <a:xfrm>
            <a:off x="365802" y="3263842"/>
            <a:ext cx="2636654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r>
              <a:rPr lang="en-US" sz="900" dirty="0"/>
              <a:t> o </a:t>
            </a:r>
            <a:r>
              <a:rPr lang="en-US" sz="900" dirty="0" err="1"/>
              <a:t>niedozwolonym</a:t>
            </a:r>
            <a:r>
              <a:rPr lang="en-US" sz="900" dirty="0"/>
              <a:t> </a:t>
            </a:r>
            <a:r>
              <a:rPr lang="en-US" sz="900" dirty="0" err="1"/>
              <a:t>indeksie</a:t>
            </a:r>
            <a:endParaRPr lang="en-US" sz="900" i="1" dirty="0"/>
          </a:p>
        </p:txBody>
      </p:sp>
      <p:sp>
        <p:nvSpPr>
          <p:cNvPr id="12" name="Terminator 11">
            <a:extLst>
              <a:ext uri="{FF2B5EF4-FFF2-40B4-BE49-F238E27FC236}">
                <a16:creationId xmlns:a16="http://schemas.microsoft.com/office/drawing/2014/main" id="{AC072F6A-A953-8511-E74F-55327FA2B930}"/>
              </a:ext>
            </a:extLst>
          </p:cNvPr>
          <p:cNvSpPr/>
          <p:nvPr/>
        </p:nvSpPr>
        <p:spPr>
          <a:xfrm>
            <a:off x="3565193" y="7711371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BF4274D8-4035-0C6D-69E3-F57164517EAC}"/>
              </a:ext>
            </a:extLst>
          </p:cNvPr>
          <p:cNvCxnSpPr>
            <a:cxnSpLocks/>
            <a:stCxn id="3" idx="3"/>
            <a:endCxn id="11" idx="0"/>
          </p:cNvCxnSpPr>
          <p:nvPr/>
        </p:nvCxnSpPr>
        <p:spPr>
          <a:xfrm>
            <a:off x="4067805" y="2812034"/>
            <a:ext cx="841877" cy="3740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B5E9A302-2AC5-BE79-8F5D-A68C97D197A6}"/>
              </a:ext>
            </a:extLst>
          </p:cNvPr>
          <p:cNvCxnSpPr>
            <a:cxnSpLocks/>
            <a:stCxn id="3" idx="1"/>
            <a:endCxn id="10" idx="1"/>
          </p:cNvCxnSpPr>
          <p:nvPr/>
        </p:nvCxnSpPr>
        <p:spPr>
          <a:xfrm rot="10800000" flipV="1">
            <a:off x="1684129" y="2812034"/>
            <a:ext cx="750786" cy="4518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812014-45F8-CB1B-AED8-FD42C0DC64F8}"/>
              </a:ext>
            </a:extLst>
          </p:cNvPr>
          <p:cNvCxnSpPr>
            <a:cxnSpLocks/>
            <a:stCxn id="7" idx="4"/>
            <a:endCxn id="3" idx="0"/>
          </p:cNvCxnSpPr>
          <p:nvPr/>
        </p:nvCxnSpPr>
        <p:spPr>
          <a:xfrm>
            <a:off x="3251360" y="2438034"/>
            <a:ext cx="0" cy="211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256BDB-D9E9-8D39-B0B7-049772DCF42A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>
            <a:off x="3251360" y="1977733"/>
            <a:ext cx="0" cy="211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7CF9373-2BCB-5FE7-B0D0-E9C6B82DD15E}"/>
              </a:ext>
            </a:extLst>
          </p:cNvPr>
          <p:cNvSpPr txBox="1"/>
          <p:nvPr/>
        </p:nvSpPr>
        <p:spPr>
          <a:xfrm>
            <a:off x="2059525" y="254371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EF6E33-0998-92A8-01EB-A52ECAC39F52}"/>
              </a:ext>
            </a:extLst>
          </p:cNvPr>
          <p:cNvSpPr txBox="1"/>
          <p:nvPr/>
        </p:nvSpPr>
        <p:spPr>
          <a:xfrm>
            <a:off x="4065855" y="253737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34" name="Decision 33">
            <a:extLst>
              <a:ext uri="{FF2B5EF4-FFF2-40B4-BE49-F238E27FC236}">
                <a16:creationId xmlns:a16="http://schemas.microsoft.com/office/drawing/2014/main" id="{F9989649-A981-7B5C-B150-A80C2C1A44FC}"/>
              </a:ext>
            </a:extLst>
          </p:cNvPr>
          <p:cNvSpPr/>
          <p:nvPr/>
        </p:nvSpPr>
        <p:spPr>
          <a:xfrm>
            <a:off x="4452678" y="3606391"/>
            <a:ext cx="914009" cy="38401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i="1" dirty="0"/>
              <a:t> &lt;&gt; 0</a:t>
            </a:r>
          </a:p>
        </p:txBody>
      </p:sp>
      <p:sp>
        <p:nvSpPr>
          <p:cNvPr id="35" name="Process 34">
            <a:extLst>
              <a:ext uri="{FF2B5EF4-FFF2-40B4-BE49-F238E27FC236}">
                <a16:creationId xmlns:a16="http://schemas.microsoft.com/office/drawing/2014/main" id="{8D274776-3F53-2726-1A21-33746D674F39}"/>
              </a:ext>
            </a:extLst>
          </p:cNvPr>
          <p:cNvSpPr/>
          <p:nvPr/>
        </p:nvSpPr>
        <p:spPr>
          <a:xfrm>
            <a:off x="3320050" y="4153059"/>
            <a:ext cx="1128906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front</a:t>
            </a:r>
            <a:r>
              <a:rPr lang="pl-PL" sz="900" dirty="0"/>
              <a:t> ← </a:t>
            </a:r>
            <a:r>
              <a:rPr lang="pl-PL" sz="900" i="1" dirty="0" err="1"/>
              <a:t>node</a:t>
            </a:r>
            <a:endParaRPr lang="pl-PL" sz="900" dirty="0"/>
          </a:p>
          <a:p>
            <a:pPr algn="ctr"/>
            <a:r>
              <a:rPr lang="pl-PL" sz="900" i="1" dirty="0" err="1"/>
              <a:t>back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node</a:t>
            </a:r>
            <a:endParaRPr lang="pl-PL" sz="900" dirty="0"/>
          </a:p>
        </p:txBody>
      </p:sp>
      <p:sp>
        <p:nvSpPr>
          <p:cNvPr id="37" name="Process 36">
            <a:extLst>
              <a:ext uri="{FF2B5EF4-FFF2-40B4-BE49-F238E27FC236}">
                <a16:creationId xmlns:a16="http://schemas.microsoft.com/office/drawing/2014/main" id="{55A1D384-F8AC-E070-92BF-F78F1621691D}"/>
              </a:ext>
            </a:extLst>
          </p:cNvPr>
          <p:cNvSpPr/>
          <p:nvPr/>
        </p:nvSpPr>
        <p:spPr>
          <a:xfrm>
            <a:off x="10428751" y="5314677"/>
            <a:ext cx="1128906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/>
              <a:t>front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0</a:t>
            </a:r>
          </a:p>
        </p:txBody>
      </p:sp>
      <p:sp>
        <p:nvSpPr>
          <p:cNvPr id="38" name="Decision 37">
            <a:extLst>
              <a:ext uri="{FF2B5EF4-FFF2-40B4-BE49-F238E27FC236}">
                <a16:creationId xmlns:a16="http://schemas.microsoft.com/office/drawing/2014/main" id="{6F1C3900-BF52-0712-F8EA-7A2CB3EC40DB}"/>
              </a:ext>
            </a:extLst>
          </p:cNvPr>
          <p:cNvSpPr/>
          <p:nvPr/>
        </p:nvSpPr>
        <p:spPr>
          <a:xfrm>
            <a:off x="10428750" y="5855713"/>
            <a:ext cx="1128908" cy="4209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/>
              <a:t>index - 1</a:t>
            </a:r>
          </a:p>
        </p:txBody>
      </p:sp>
      <p:sp>
        <p:nvSpPr>
          <p:cNvPr id="40" name="Process 39">
            <a:extLst>
              <a:ext uri="{FF2B5EF4-FFF2-40B4-BE49-F238E27FC236}">
                <a16:creationId xmlns:a16="http://schemas.microsoft.com/office/drawing/2014/main" id="{ABD84B1A-DFB0-C77D-8DE3-FB4E18899F71}"/>
              </a:ext>
            </a:extLst>
          </p:cNvPr>
          <p:cNvSpPr/>
          <p:nvPr/>
        </p:nvSpPr>
        <p:spPr>
          <a:xfrm>
            <a:off x="11557657" y="6439326"/>
            <a:ext cx="1401264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 err="1"/>
              <a:t>current.next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sp>
        <p:nvSpPr>
          <p:cNvPr id="41" name="Process 40">
            <a:extLst>
              <a:ext uri="{FF2B5EF4-FFF2-40B4-BE49-F238E27FC236}">
                <a16:creationId xmlns:a16="http://schemas.microsoft.com/office/drawing/2014/main" id="{FA517E84-F15C-E9AF-5009-96500F5C6F04}"/>
              </a:ext>
            </a:extLst>
          </p:cNvPr>
          <p:cNvSpPr/>
          <p:nvPr/>
        </p:nvSpPr>
        <p:spPr>
          <a:xfrm>
            <a:off x="8808974" y="6411141"/>
            <a:ext cx="1619776" cy="58784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node.previous</a:t>
            </a:r>
            <a:r>
              <a:rPr lang="pl-PL" sz="900" dirty="0"/>
              <a:t> ← </a:t>
            </a:r>
            <a:r>
              <a:rPr lang="pl-PL" sz="900" i="1" dirty="0" err="1"/>
              <a:t>current</a:t>
            </a:r>
            <a:endParaRPr lang="pl-PL" sz="900" i="1" dirty="0"/>
          </a:p>
          <a:p>
            <a:pPr algn="ctr"/>
            <a:r>
              <a:rPr lang="pl-PL" sz="900" i="1" dirty="0" err="1"/>
              <a:t>node.next</a:t>
            </a:r>
            <a:r>
              <a:rPr lang="pl-PL" sz="900" dirty="0"/>
              <a:t> ← </a:t>
            </a:r>
            <a:r>
              <a:rPr lang="pl-PL" sz="900" i="1" dirty="0" err="1"/>
              <a:t>current.next</a:t>
            </a:r>
            <a:endParaRPr lang="pl-PL" sz="900" i="1" dirty="0"/>
          </a:p>
          <a:p>
            <a:pPr algn="ctr"/>
            <a:r>
              <a:rPr lang="pl-PL" sz="900" i="1" dirty="0" err="1"/>
              <a:t>current.next.previous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node</a:t>
            </a:r>
            <a:endParaRPr lang="pl-PL" sz="900" dirty="0"/>
          </a:p>
          <a:p>
            <a:pPr algn="ctr"/>
            <a:r>
              <a:rPr lang="pl-PL" sz="900" i="1" dirty="0" err="1"/>
              <a:t>current.next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node</a:t>
            </a:r>
            <a:endParaRPr lang="pl-PL" sz="900" dirty="0"/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1A6540FA-4755-BEA3-0935-D0A7CC287118}"/>
              </a:ext>
            </a:extLst>
          </p:cNvPr>
          <p:cNvCxnSpPr>
            <a:stCxn id="34" idx="1"/>
            <a:endCxn id="35" idx="0"/>
          </p:cNvCxnSpPr>
          <p:nvPr/>
        </p:nvCxnSpPr>
        <p:spPr>
          <a:xfrm rot="10800000" flipV="1">
            <a:off x="3884503" y="3798401"/>
            <a:ext cx="568174" cy="3546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B8CEA4F-FC15-5ED0-314D-860239F6EC8A}"/>
              </a:ext>
            </a:extLst>
          </p:cNvPr>
          <p:cNvCxnSpPr>
            <a:cxnSpLocks/>
            <a:stCxn id="11" idx="2"/>
            <a:endCxn id="34" idx="0"/>
          </p:cNvCxnSpPr>
          <p:nvPr/>
        </p:nvCxnSpPr>
        <p:spPr>
          <a:xfrm>
            <a:off x="4909682" y="3405627"/>
            <a:ext cx="1" cy="200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92690FDB-3AE0-EC50-E311-0B30A23F1E75}"/>
              </a:ext>
            </a:extLst>
          </p:cNvPr>
          <p:cNvCxnSpPr>
            <a:cxnSpLocks/>
            <a:stCxn id="38" idx="3"/>
            <a:endCxn id="40" idx="0"/>
          </p:cNvCxnSpPr>
          <p:nvPr/>
        </p:nvCxnSpPr>
        <p:spPr>
          <a:xfrm>
            <a:off x="11557659" y="6066197"/>
            <a:ext cx="700631" cy="3731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4865869D-F8DC-46C8-D442-905DF3AC6AF8}"/>
              </a:ext>
            </a:extLst>
          </p:cNvPr>
          <p:cNvCxnSpPr>
            <a:stCxn id="40" idx="2"/>
            <a:endCxn id="38" idx="0"/>
          </p:cNvCxnSpPr>
          <p:nvPr/>
        </p:nvCxnSpPr>
        <p:spPr>
          <a:xfrm rot="5400000" flipH="1">
            <a:off x="11171293" y="5677626"/>
            <a:ext cx="908909" cy="1265085"/>
          </a:xfrm>
          <a:prstGeom prst="bentConnector5">
            <a:avLst>
              <a:gd name="adj1" fmla="val -25151"/>
              <a:gd name="adj2" fmla="val -71758"/>
              <a:gd name="adj3" fmla="val 113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3890151-69D2-3815-CED8-38A873C15E08}"/>
              </a:ext>
            </a:extLst>
          </p:cNvPr>
          <p:cNvCxnSpPr>
            <a:stCxn id="37" idx="2"/>
            <a:endCxn id="38" idx="0"/>
          </p:cNvCxnSpPr>
          <p:nvPr/>
        </p:nvCxnSpPr>
        <p:spPr>
          <a:xfrm>
            <a:off x="10993204" y="5639974"/>
            <a:ext cx="0" cy="2157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AE01EB7F-7E76-AB06-B632-B5144FAAA99F}"/>
              </a:ext>
            </a:extLst>
          </p:cNvPr>
          <p:cNvCxnSpPr>
            <a:cxnSpLocks/>
            <a:stCxn id="38" idx="1"/>
            <a:endCxn id="41" idx="0"/>
          </p:cNvCxnSpPr>
          <p:nvPr/>
        </p:nvCxnSpPr>
        <p:spPr>
          <a:xfrm rot="10800000" flipV="1">
            <a:off x="9618862" y="6066195"/>
            <a:ext cx="809888" cy="34494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910D8122-C7B5-6F86-B546-F184FD26D9F0}"/>
              </a:ext>
            </a:extLst>
          </p:cNvPr>
          <p:cNvSpPr txBox="1"/>
          <p:nvPr/>
        </p:nvSpPr>
        <p:spPr>
          <a:xfrm>
            <a:off x="5350744" y="3518186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7FA81C9-A4C4-D998-538F-B5F90C70055D}"/>
              </a:ext>
            </a:extLst>
          </p:cNvPr>
          <p:cNvSpPr txBox="1"/>
          <p:nvPr/>
        </p:nvSpPr>
        <p:spPr>
          <a:xfrm>
            <a:off x="11523977" y="581008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F2A3A12-CF98-ECAA-48A1-4BAB80A30CC1}"/>
              </a:ext>
            </a:extLst>
          </p:cNvPr>
          <p:cNvSpPr txBox="1"/>
          <p:nvPr/>
        </p:nvSpPr>
        <p:spPr>
          <a:xfrm>
            <a:off x="4014450" y="351664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19CCFAE-96C1-C9DA-87A2-CA5BE0A19D7B}"/>
              </a:ext>
            </a:extLst>
          </p:cNvPr>
          <p:cNvSpPr txBox="1"/>
          <p:nvPr/>
        </p:nvSpPr>
        <p:spPr>
          <a:xfrm>
            <a:off x="9974848" y="576913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D09B9BC0-392F-DAF0-2F35-372E99B4CCBB}"/>
              </a:ext>
            </a:extLst>
          </p:cNvPr>
          <p:cNvSpPr/>
          <p:nvPr/>
        </p:nvSpPr>
        <p:spPr>
          <a:xfrm>
            <a:off x="6209532" y="7223426"/>
            <a:ext cx="921452" cy="21958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dirty="0"/>
              <a:t> ← </a:t>
            </a:r>
            <a:r>
              <a:rPr lang="pl-PL" sz="900" i="1" dirty="0" err="1"/>
              <a:t>size</a:t>
            </a:r>
            <a:r>
              <a:rPr lang="pl-PL" sz="900" dirty="0"/>
              <a:t> + 1</a:t>
            </a:r>
            <a:endParaRPr lang="pl-PL" sz="900" i="1" dirty="0"/>
          </a:p>
        </p:txBody>
      </p: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9F01DB3D-A737-CF00-CFB7-73BCAFEC5C42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 rot="16200000" flipH="1">
            <a:off x="726235" y="4529513"/>
            <a:ext cx="4139752" cy="2223964"/>
          </a:xfrm>
          <a:prstGeom prst="bentConnector3">
            <a:avLst>
              <a:gd name="adj1" fmla="val 9674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ecision 8">
            <a:extLst>
              <a:ext uri="{FF2B5EF4-FFF2-40B4-BE49-F238E27FC236}">
                <a16:creationId xmlns:a16="http://schemas.microsoft.com/office/drawing/2014/main" id="{AC1F3016-7E25-14E2-D24F-03DCD8E2E260}"/>
              </a:ext>
            </a:extLst>
          </p:cNvPr>
          <p:cNvSpPr/>
          <p:nvPr/>
        </p:nvSpPr>
        <p:spPr>
          <a:xfrm>
            <a:off x="6209532" y="4153059"/>
            <a:ext cx="914009" cy="38401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index &lt;&gt; 0</a:t>
            </a:r>
          </a:p>
        </p:txBody>
      </p:sp>
      <p:sp>
        <p:nvSpPr>
          <p:cNvPr id="13" name="Process 12">
            <a:extLst>
              <a:ext uri="{FF2B5EF4-FFF2-40B4-BE49-F238E27FC236}">
                <a16:creationId xmlns:a16="http://schemas.microsoft.com/office/drawing/2014/main" id="{9A57CAFF-6546-5ACB-3363-5016B60BEA9E}"/>
              </a:ext>
            </a:extLst>
          </p:cNvPr>
          <p:cNvSpPr/>
          <p:nvPr/>
        </p:nvSpPr>
        <p:spPr>
          <a:xfrm>
            <a:off x="4838138" y="4741009"/>
            <a:ext cx="1371394" cy="41258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node.next</a:t>
            </a:r>
            <a:r>
              <a:rPr lang="pl-PL" sz="900" dirty="0"/>
              <a:t> ← </a:t>
            </a:r>
            <a:r>
              <a:rPr lang="pl-PL" sz="900" i="1" dirty="0"/>
              <a:t>front</a:t>
            </a:r>
            <a:endParaRPr lang="pl-PL" sz="900" dirty="0"/>
          </a:p>
          <a:p>
            <a:pPr algn="ctr"/>
            <a:r>
              <a:rPr lang="pl-PL" sz="900" i="1" dirty="0" err="1"/>
              <a:t>front.previous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node</a:t>
            </a:r>
            <a:br>
              <a:rPr lang="pl-PL" sz="900" i="1" dirty="0"/>
            </a:br>
            <a:r>
              <a:rPr lang="pl-PL" sz="900" i="1" dirty="0"/>
              <a:t>front</a:t>
            </a:r>
            <a:r>
              <a:rPr lang="pl-PL" sz="900" dirty="0"/>
              <a:t> ← </a:t>
            </a:r>
            <a:r>
              <a:rPr lang="pl-PL" sz="900" i="1" dirty="0" err="1"/>
              <a:t>node</a:t>
            </a:r>
            <a:endParaRPr lang="pl-PL" sz="900" dirty="0"/>
          </a:p>
        </p:txBody>
      </p:sp>
      <p:sp>
        <p:nvSpPr>
          <p:cNvPr id="15" name="Decision 14">
            <a:extLst>
              <a:ext uri="{FF2B5EF4-FFF2-40B4-BE49-F238E27FC236}">
                <a16:creationId xmlns:a16="http://schemas.microsoft.com/office/drawing/2014/main" id="{D7F7A55E-F7A1-0A82-454F-AF9F54E92928}"/>
              </a:ext>
            </a:extLst>
          </p:cNvPr>
          <p:cNvSpPr/>
          <p:nvPr/>
        </p:nvSpPr>
        <p:spPr>
          <a:xfrm>
            <a:off x="8494935" y="4741009"/>
            <a:ext cx="914009" cy="38401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index &lt;&gt;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17" name="Process 16">
            <a:extLst>
              <a:ext uri="{FF2B5EF4-FFF2-40B4-BE49-F238E27FC236}">
                <a16:creationId xmlns:a16="http://schemas.microsoft.com/office/drawing/2014/main" id="{2FA946A3-CCD8-77D3-4D78-E50BE41474CF}"/>
              </a:ext>
            </a:extLst>
          </p:cNvPr>
          <p:cNvSpPr/>
          <p:nvPr/>
        </p:nvSpPr>
        <p:spPr>
          <a:xfrm>
            <a:off x="7123542" y="5314677"/>
            <a:ext cx="1371394" cy="41258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node.previous</a:t>
            </a:r>
            <a:r>
              <a:rPr lang="pl-PL" sz="900" dirty="0"/>
              <a:t> ← </a:t>
            </a:r>
            <a:r>
              <a:rPr lang="pl-PL" sz="900" i="1" dirty="0" err="1"/>
              <a:t>back</a:t>
            </a:r>
            <a:endParaRPr lang="pl-PL" sz="900" dirty="0"/>
          </a:p>
          <a:p>
            <a:pPr algn="ctr"/>
            <a:r>
              <a:rPr lang="pl-PL" sz="900" i="1" dirty="0" err="1"/>
              <a:t>back.next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node</a:t>
            </a:r>
            <a:br>
              <a:rPr lang="pl-PL" sz="900" i="1" dirty="0"/>
            </a:br>
            <a:r>
              <a:rPr lang="pl-PL" sz="900" i="1" dirty="0" err="1"/>
              <a:t>back</a:t>
            </a:r>
            <a:r>
              <a:rPr lang="pl-PL" sz="900" dirty="0"/>
              <a:t> ← </a:t>
            </a:r>
            <a:r>
              <a:rPr lang="pl-PL" sz="900" i="1" dirty="0" err="1"/>
              <a:t>node</a:t>
            </a:r>
            <a:endParaRPr lang="pl-PL" sz="900" dirty="0"/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8D254B22-E288-5EBB-B9A2-BA76B6976E76}"/>
              </a:ext>
            </a:extLst>
          </p:cNvPr>
          <p:cNvCxnSpPr>
            <a:stCxn id="34" idx="3"/>
            <a:endCxn id="9" idx="0"/>
          </p:cNvCxnSpPr>
          <p:nvPr/>
        </p:nvCxnSpPr>
        <p:spPr>
          <a:xfrm>
            <a:off x="5366687" y="3798401"/>
            <a:ext cx="1299850" cy="3546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BE24B5F5-2043-0629-D212-500BA8735B77}"/>
              </a:ext>
            </a:extLst>
          </p:cNvPr>
          <p:cNvCxnSpPr>
            <a:stCxn id="9" idx="1"/>
            <a:endCxn id="13" idx="0"/>
          </p:cNvCxnSpPr>
          <p:nvPr/>
        </p:nvCxnSpPr>
        <p:spPr>
          <a:xfrm rot="10800000" flipV="1">
            <a:off x="5523836" y="4345069"/>
            <a:ext cx="685697" cy="3959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A69A8452-9F6D-2844-529B-BA40E197D8EA}"/>
              </a:ext>
            </a:extLst>
          </p:cNvPr>
          <p:cNvCxnSpPr>
            <a:stCxn id="9" idx="3"/>
            <a:endCxn id="15" idx="0"/>
          </p:cNvCxnSpPr>
          <p:nvPr/>
        </p:nvCxnSpPr>
        <p:spPr>
          <a:xfrm>
            <a:off x="7123541" y="4345069"/>
            <a:ext cx="1828399" cy="3959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B680D656-238E-BB62-50CA-C60C4692D86F}"/>
              </a:ext>
            </a:extLst>
          </p:cNvPr>
          <p:cNvCxnSpPr>
            <a:stCxn id="15" idx="1"/>
            <a:endCxn id="17" idx="0"/>
          </p:cNvCxnSpPr>
          <p:nvPr/>
        </p:nvCxnSpPr>
        <p:spPr>
          <a:xfrm rot="10800000" flipV="1">
            <a:off x="7809239" y="4933019"/>
            <a:ext cx="685696" cy="3816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52256295-888C-4118-D2A3-815CBD363EB4}"/>
              </a:ext>
            </a:extLst>
          </p:cNvPr>
          <p:cNvCxnSpPr>
            <a:stCxn id="15" idx="3"/>
            <a:endCxn id="37" idx="0"/>
          </p:cNvCxnSpPr>
          <p:nvPr/>
        </p:nvCxnSpPr>
        <p:spPr>
          <a:xfrm>
            <a:off x="9408944" y="4933019"/>
            <a:ext cx="1584260" cy="3816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D1BB63BF-7265-BAC0-D930-309104C20E47}"/>
              </a:ext>
            </a:extLst>
          </p:cNvPr>
          <p:cNvCxnSpPr>
            <a:stCxn id="35" idx="2"/>
            <a:endCxn id="30" idx="0"/>
          </p:cNvCxnSpPr>
          <p:nvPr/>
        </p:nvCxnSpPr>
        <p:spPr>
          <a:xfrm rot="16200000" flipH="1">
            <a:off x="3904845" y="4458013"/>
            <a:ext cx="2745070" cy="2785755"/>
          </a:xfrm>
          <a:prstGeom prst="bentConnector3">
            <a:avLst>
              <a:gd name="adj1" fmla="val 959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9C2D26F1-BFB2-4F49-5319-F38F5ACB7F47}"/>
              </a:ext>
            </a:extLst>
          </p:cNvPr>
          <p:cNvCxnSpPr>
            <a:stCxn id="13" idx="2"/>
            <a:endCxn id="30" idx="0"/>
          </p:cNvCxnSpPr>
          <p:nvPr/>
        </p:nvCxnSpPr>
        <p:spPr>
          <a:xfrm rot="16200000" flipH="1">
            <a:off x="5062129" y="5615296"/>
            <a:ext cx="2069835" cy="1146423"/>
          </a:xfrm>
          <a:prstGeom prst="bentConnector3">
            <a:avLst>
              <a:gd name="adj1" fmla="val 9417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DD870DD2-3B78-420D-D967-9A48126725EE}"/>
              </a:ext>
            </a:extLst>
          </p:cNvPr>
          <p:cNvCxnSpPr>
            <a:cxnSpLocks/>
            <a:stCxn id="17" idx="2"/>
            <a:endCxn id="30" idx="0"/>
          </p:cNvCxnSpPr>
          <p:nvPr/>
        </p:nvCxnSpPr>
        <p:spPr>
          <a:xfrm rot="5400000">
            <a:off x="6491666" y="5905852"/>
            <a:ext cx="1496167" cy="1138981"/>
          </a:xfrm>
          <a:prstGeom prst="bentConnector3">
            <a:avLst>
              <a:gd name="adj1" fmla="val 9179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404EF762-D77A-2B59-5CA2-06347E80BD28}"/>
              </a:ext>
            </a:extLst>
          </p:cNvPr>
          <p:cNvCxnSpPr>
            <a:stCxn id="41" idx="2"/>
            <a:endCxn id="30" idx="0"/>
          </p:cNvCxnSpPr>
          <p:nvPr/>
        </p:nvCxnSpPr>
        <p:spPr>
          <a:xfrm rot="5400000">
            <a:off x="8032341" y="5636905"/>
            <a:ext cx="224438" cy="29486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CFA5E128-A1E9-187A-8130-20C1943FEF4F}"/>
              </a:ext>
            </a:extLst>
          </p:cNvPr>
          <p:cNvCxnSpPr>
            <a:stCxn id="30" idx="2"/>
            <a:endCxn id="12" idx="0"/>
          </p:cNvCxnSpPr>
          <p:nvPr/>
        </p:nvCxnSpPr>
        <p:spPr>
          <a:xfrm rot="5400000">
            <a:off x="5154998" y="6196111"/>
            <a:ext cx="268356" cy="276216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29CEE2F-7078-9E39-5C4D-29B8419416FD}"/>
              </a:ext>
            </a:extLst>
          </p:cNvPr>
          <p:cNvSpPr txBox="1"/>
          <p:nvPr/>
        </p:nvSpPr>
        <p:spPr>
          <a:xfrm>
            <a:off x="7114616" y="405925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E9D2DB1-8771-5099-9CAF-59621A01408A}"/>
              </a:ext>
            </a:extLst>
          </p:cNvPr>
          <p:cNvSpPr txBox="1"/>
          <p:nvPr/>
        </p:nvSpPr>
        <p:spPr>
          <a:xfrm>
            <a:off x="9419553" y="462195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3F211AE-9A03-138B-EF0C-57A2F980EECD}"/>
              </a:ext>
            </a:extLst>
          </p:cNvPr>
          <p:cNvSpPr txBox="1"/>
          <p:nvPr/>
        </p:nvSpPr>
        <p:spPr>
          <a:xfrm>
            <a:off x="8016192" y="4638305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5BAE96B-95AD-05D6-8E14-62B7FD9350D7}"/>
              </a:ext>
            </a:extLst>
          </p:cNvPr>
          <p:cNvSpPr txBox="1"/>
          <p:nvPr/>
        </p:nvSpPr>
        <p:spPr>
          <a:xfrm>
            <a:off x="5814057" y="402690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CD02-4464-3CEE-22F4-A9894B75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33770E-4D28-F783-DA15-6E9F99C78236}"/>
              </a:ext>
            </a:extLst>
          </p:cNvPr>
          <p:cNvSpPr txBox="1"/>
          <p:nvPr/>
        </p:nvSpPr>
        <p:spPr>
          <a:xfrm>
            <a:off x="447466" y="563049"/>
            <a:ext cx="3460627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3.5. Lista dwukierunkowa.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FC134E-A718-0F4F-B3CF-0B7B39F2BB75}"/>
              </a:ext>
            </a:extLst>
          </p:cNvPr>
          <p:cNvSpPr txBox="1"/>
          <p:nvPr/>
        </p:nvSpPr>
        <p:spPr>
          <a:xfrm>
            <a:off x="447469" y="903319"/>
            <a:ext cx="489864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Usuwanie elementów (</a:t>
            </a:r>
            <a:r>
              <a:rPr lang="pl-PL" sz="2700" dirty="0" err="1"/>
              <a:t>remove</a:t>
            </a:r>
            <a:r>
              <a:rPr lang="pl-PL" sz="2700" dirty="0"/>
              <a:t>).</a:t>
            </a:r>
          </a:p>
        </p:txBody>
      </p:sp>
      <p:sp>
        <p:nvSpPr>
          <p:cNvPr id="5" name="Terminator 4">
            <a:extLst>
              <a:ext uri="{FF2B5EF4-FFF2-40B4-BE49-F238E27FC236}">
                <a16:creationId xmlns:a16="http://schemas.microsoft.com/office/drawing/2014/main" id="{0F0BCDE8-9B00-3982-7F44-E3C8C3C30DED}"/>
              </a:ext>
            </a:extLst>
          </p:cNvPr>
          <p:cNvSpPr/>
          <p:nvPr/>
        </p:nvSpPr>
        <p:spPr>
          <a:xfrm>
            <a:off x="2908460" y="1751419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6" name="Data 5">
            <a:extLst>
              <a:ext uri="{FF2B5EF4-FFF2-40B4-BE49-F238E27FC236}">
                <a16:creationId xmlns:a16="http://schemas.microsoft.com/office/drawing/2014/main" id="{3A497232-9721-9B56-9875-7C9E70CEF3BF}"/>
              </a:ext>
            </a:extLst>
          </p:cNvPr>
          <p:cNvSpPr/>
          <p:nvPr/>
        </p:nvSpPr>
        <p:spPr>
          <a:xfrm>
            <a:off x="1957155" y="2189089"/>
            <a:ext cx="2588410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index</a:t>
            </a:r>
          </a:p>
        </p:txBody>
      </p:sp>
      <p:sp>
        <p:nvSpPr>
          <p:cNvPr id="11" name="Decision 10">
            <a:extLst>
              <a:ext uri="{FF2B5EF4-FFF2-40B4-BE49-F238E27FC236}">
                <a16:creationId xmlns:a16="http://schemas.microsoft.com/office/drawing/2014/main" id="{2533B225-617D-93DE-AFFB-4930AF21AC10}"/>
              </a:ext>
            </a:extLst>
          </p:cNvPr>
          <p:cNvSpPr/>
          <p:nvPr/>
        </p:nvSpPr>
        <p:spPr>
          <a:xfrm>
            <a:off x="2434915" y="2649386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0 &lt;= index</a:t>
            </a:r>
            <a:r>
              <a:rPr lang="pl-PL" sz="900" dirty="0"/>
              <a:t> &lt;=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12" name="Data 11">
            <a:extLst>
              <a:ext uri="{FF2B5EF4-FFF2-40B4-BE49-F238E27FC236}">
                <a16:creationId xmlns:a16="http://schemas.microsoft.com/office/drawing/2014/main" id="{67568FE3-8A4C-050F-10E8-835BBB89F161}"/>
              </a:ext>
            </a:extLst>
          </p:cNvPr>
          <p:cNvSpPr/>
          <p:nvPr/>
        </p:nvSpPr>
        <p:spPr>
          <a:xfrm>
            <a:off x="365802" y="3263842"/>
            <a:ext cx="2636654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r>
              <a:rPr lang="en-US" sz="900" dirty="0"/>
              <a:t> o </a:t>
            </a:r>
            <a:r>
              <a:rPr lang="en-US" sz="900" dirty="0" err="1"/>
              <a:t>niedozwolonym</a:t>
            </a:r>
            <a:r>
              <a:rPr lang="en-US" sz="900" dirty="0"/>
              <a:t> </a:t>
            </a:r>
            <a:r>
              <a:rPr lang="en-US" sz="900" dirty="0" err="1"/>
              <a:t>indeksie</a:t>
            </a:r>
            <a:endParaRPr lang="en-US" sz="900" i="1" dirty="0"/>
          </a:p>
        </p:txBody>
      </p:sp>
      <p:sp>
        <p:nvSpPr>
          <p:cNvPr id="13" name="Terminator 12">
            <a:extLst>
              <a:ext uri="{FF2B5EF4-FFF2-40B4-BE49-F238E27FC236}">
                <a16:creationId xmlns:a16="http://schemas.microsoft.com/office/drawing/2014/main" id="{374CB556-8D2D-C7BC-0A6E-6932EA764BD4}"/>
              </a:ext>
            </a:extLst>
          </p:cNvPr>
          <p:cNvSpPr/>
          <p:nvPr/>
        </p:nvSpPr>
        <p:spPr>
          <a:xfrm>
            <a:off x="3565193" y="7711371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2B6025AE-D4BD-1EE1-2C4B-6C0DEEA861F4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067805" y="2812034"/>
            <a:ext cx="841877" cy="3740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09D49FD9-3673-27D9-D425-C3D0B02A9C93}"/>
              </a:ext>
            </a:extLst>
          </p:cNvPr>
          <p:cNvCxnSpPr>
            <a:cxnSpLocks/>
            <a:stCxn id="11" idx="1"/>
            <a:endCxn id="12" idx="1"/>
          </p:cNvCxnSpPr>
          <p:nvPr/>
        </p:nvCxnSpPr>
        <p:spPr>
          <a:xfrm rot="10800000" flipV="1">
            <a:off x="1684129" y="2812034"/>
            <a:ext cx="750786" cy="4518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4BED42D-580F-2FCC-6DF3-63CAF10C1781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3251360" y="2438034"/>
            <a:ext cx="0" cy="211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66BDFA3-BA7D-FCB7-A3CA-433573BE5A2C}"/>
              </a:ext>
            </a:extLst>
          </p:cNvPr>
          <p:cNvCxnSpPr>
            <a:cxnSpLocks/>
            <a:stCxn id="5" idx="2"/>
            <a:endCxn id="6" idx="1"/>
          </p:cNvCxnSpPr>
          <p:nvPr/>
        </p:nvCxnSpPr>
        <p:spPr>
          <a:xfrm>
            <a:off x="3251360" y="1977733"/>
            <a:ext cx="0" cy="211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1FB8FA1-8FBD-3E82-EB2F-9EDCB8793822}"/>
              </a:ext>
            </a:extLst>
          </p:cNvPr>
          <p:cNvSpPr txBox="1"/>
          <p:nvPr/>
        </p:nvSpPr>
        <p:spPr>
          <a:xfrm>
            <a:off x="2059525" y="254371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95B9D3-1837-3ED7-338F-94795720A438}"/>
              </a:ext>
            </a:extLst>
          </p:cNvPr>
          <p:cNvSpPr txBox="1"/>
          <p:nvPr/>
        </p:nvSpPr>
        <p:spPr>
          <a:xfrm>
            <a:off x="4065855" y="253737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29" name="Decision 28">
            <a:extLst>
              <a:ext uri="{FF2B5EF4-FFF2-40B4-BE49-F238E27FC236}">
                <a16:creationId xmlns:a16="http://schemas.microsoft.com/office/drawing/2014/main" id="{E3337E8E-9B2E-A230-B70A-0C8DDC84327E}"/>
              </a:ext>
            </a:extLst>
          </p:cNvPr>
          <p:cNvSpPr/>
          <p:nvPr/>
        </p:nvSpPr>
        <p:spPr>
          <a:xfrm>
            <a:off x="4452678" y="3176019"/>
            <a:ext cx="914009" cy="38401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i="1" dirty="0"/>
              <a:t> &lt;&gt; 1</a:t>
            </a:r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306D2B76-FA9F-646E-6BFA-875BC7188DFF}"/>
              </a:ext>
            </a:extLst>
          </p:cNvPr>
          <p:cNvSpPr/>
          <p:nvPr/>
        </p:nvSpPr>
        <p:spPr>
          <a:xfrm>
            <a:off x="3320050" y="3722687"/>
            <a:ext cx="1128906" cy="46697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/>
              <a:t>front</a:t>
            </a:r>
          </a:p>
          <a:p>
            <a:pPr algn="ctr"/>
            <a:r>
              <a:rPr lang="pl-PL" sz="900" i="1" dirty="0"/>
              <a:t>front</a:t>
            </a:r>
            <a:r>
              <a:rPr lang="pl-PL" sz="900" dirty="0"/>
              <a:t> ← brak</a:t>
            </a:r>
          </a:p>
          <a:p>
            <a:pPr algn="ctr"/>
            <a:r>
              <a:rPr lang="pl-PL" sz="900" i="1" dirty="0" err="1"/>
              <a:t>back</a:t>
            </a:r>
            <a:r>
              <a:rPr lang="pl-PL" sz="900" i="1" dirty="0"/>
              <a:t> </a:t>
            </a:r>
            <a:r>
              <a:rPr lang="pl-PL" sz="900" dirty="0"/>
              <a:t>← brak</a:t>
            </a:r>
          </a:p>
        </p:txBody>
      </p:sp>
      <p:sp>
        <p:nvSpPr>
          <p:cNvPr id="33" name="Process 32">
            <a:extLst>
              <a:ext uri="{FF2B5EF4-FFF2-40B4-BE49-F238E27FC236}">
                <a16:creationId xmlns:a16="http://schemas.microsoft.com/office/drawing/2014/main" id="{4A7766C9-C103-EACD-15A1-DB92A0708D04}"/>
              </a:ext>
            </a:extLst>
          </p:cNvPr>
          <p:cNvSpPr/>
          <p:nvPr/>
        </p:nvSpPr>
        <p:spPr>
          <a:xfrm>
            <a:off x="10428751" y="4884305"/>
            <a:ext cx="1128906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/>
              <a:t>front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0</a:t>
            </a:r>
          </a:p>
        </p:txBody>
      </p:sp>
      <p:sp>
        <p:nvSpPr>
          <p:cNvPr id="34" name="Decision 33">
            <a:extLst>
              <a:ext uri="{FF2B5EF4-FFF2-40B4-BE49-F238E27FC236}">
                <a16:creationId xmlns:a16="http://schemas.microsoft.com/office/drawing/2014/main" id="{7C48A7F1-098E-557E-3933-E98E23DC5DA7}"/>
              </a:ext>
            </a:extLst>
          </p:cNvPr>
          <p:cNvSpPr/>
          <p:nvPr/>
        </p:nvSpPr>
        <p:spPr>
          <a:xfrm>
            <a:off x="10428750" y="5425341"/>
            <a:ext cx="1128908" cy="4209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/>
              <a:t>index - 1</a:t>
            </a:r>
          </a:p>
        </p:txBody>
      </p:sp>
      <p:sp>
        <p:nvSpPr>
          <p:cNvPr id="39" name="Process 38">
            <a:extLst>
              <a:ext uri="{FF2B5EF4-FFF2-40B4-BE49-F238E27FC236}">
                <a16:creationId xmlns:a16="http://schemas.microsoft.com/office/drawing/2014/main" id="{FB6D2FA1-1AF7-6D06-483B-7C80275CF685}"/>
              </a:ext>
            </a:extLst>
          </p:cNvPr>
          <p:cNvSpPr/>
          <p:nvPr/>
        </p:nvSpPr>
        <p:spPr>
          <a:xfrm>
            <a:off x="11557657" y="6008954"/>
            <a:ext cx="1401264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 err="1"/>
              <a:t>current.next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sp>
        <p:nvSpPr>
          <p:cNvPr id="40" name="Process 39">
            <a:extLst>
              <a:ext uri="{FF2B5EF4-FFF2-40B4-BE49-F238E27FC236}">
                <a16:creationId xmlns:a16="http://schemas.microsoft.com/office/drawing/2014/main" id="{A75A9B41-650B-F42D-2992-13B64C8FA764}"/>
              </a:ext>
            </a:extLst>
          </p:cNvPr>
          <p:cNvSpPr/>
          <p:nvPr/>
        </p:nvSpPr>
        <p:spPr>
          <a:xfrm>
            <a:off x="8808974" y="5980770"/>
            <a:ext cx="1619776" cy="42096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</a:t>
            </a:r>
            <a:r>
              <a:rPr lang="pl-PL" sz="900" dirty="0"/>
              <a:t> ← </a:t>
            </a:r>
            <a:r>
              <a:rPr lang="pl-PL" sz="900" i="1" dirty="0" err="1"/>
              <a:t>current.next</a:t>
            </a:r>
            <a:endParaRPr lang="pl-PL" sz="900" i="1" dirty="0"/>
          </a:p>
          <a:p>
            <a:pPr algn="ctr"/>
            <a:r>
              <a:rPr lang="pl-PL" sz="900" i="1" dirty="0" err="1"/>
              <a:t>node.next.previous</a:t>
            </a:r>
            <a:r>
              <a:rPr lang="pl-PL" sz="900" dirty="0"/>
              <a:t> ← </a:t>
            </a:r>
            <a:r>
              <a:rPr lang="pl-PL" sz="900" i="1" dirty="0" err="1"/>
              <a:t>current</a:t>
            </a:r>
            <a:endParaRPr lang="pl-PL" sz="900" i="1" dirty="0"/>
          </a:p>
          <a:p>
            <a:pPr algn="ctr"/>
            <a:r>
              <a:rPr lang="pl-PL" sz="900" i="1" dirty="0" err="1"/>
              <a:t>current.next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node.next</a:t>
            </a:r>
            <a:endParaRPr lang="pl-PL" sz="900" dirty="0"/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66D14B99-0F6E-53BF-8E4C-21CEFD97250B}"/>
              </a:ext>
            </a:extLst>
          </p:cNvPr>
          <p:cNvCxnSpPr>
            <a:cxnSpLocks/>
            <a:stCxn id="29" idx="1"/>
            <a:endCxn id="30" idx="0"/>
          </p:cNvCxnSpPr>
          <p:nvPr/>
        </p:nvCxnSpPr>
        <p:spPr>
          <a:xfrm rot="10800000" flipV="1">
            <a:off x="3884504" y="3368029"/>
            <a:ext cx="568175" cy="3546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D0EBF99F-B4F1-C0F6-8783-392F53CB5CBD}"/>
              </a:ext>
            </a:extLst>
          </p:cNvPr>
          <p:cNvCxnSpPr>
            <a:cxnSpLocks/>
            <a:stCxn id="34" idx="3"/>
            <a:endCxn id="39" idx="0"/>
          </p:cNvCxnSpPr>
          <p:nvPr/>
        </p:nvCxnSpPr>
        <p:spPr>
          <a:xfrm>
            <a:off x="11557659" y="5635825"/>
            <a:ext cx="700631" cy="3731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63481D87-19FC-A2E6-76AD-6DA658F5B963}"/>
              </a:ext>
            </a:extLst>
          </p:cNvPr>
          <p:cNvCxnSpPr>
            <a:stCxn id="39" idx="2"/>
            <a:endCxn id="34" idx="0"/>
          </p:cNvCxnSpPr>
          <p:nvPr/>
        </p:nvCxnSpPr>
        <p:spPr>
          <a:xfrm rot="5400000" flipH="1">
            <a:off x="11171293" y="5247254"/>
            <a:ext cx="908909" cy="1265085"/>
          </a:xfrm>
          <a:prstGeom prst="bentConnector5">
            <a:avLst>
              <a:gd name="adj1" fmla="val -25151"/>
              <a:gd name="adj2" fmla="val -71758"/>
              <a:gd name="adj3" fmla="val 113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92E9CE5-ACC0-F5DC-89A7-CF3247F32805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10993204" y="5209602"/>
            <a:ext cx="0" cy="2157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7D6792BC-D3DD-A4D0-FE81-93B77EFB1C13}"/>
              </a:ext>
            </a:extLst>
          </p:cNvPr>
          <p:cNvCxnSpPr>
            <a:cxnSpLocks/>
            <a:stCxn id="34" idx="1"/>
            <a:endCxn id="40" idx="0"/>
          </p:cNvCxnSpPr>
          <p:nvPr/>
        </p:nvCxnSpPr>
        <p:spPr>
          <a:xfrm rot="10800000" flipV="1">
            <a:off x="9618862" y="5635824"/>
            <a:ext cx="809888" cy="34494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CA30DF8-CE89-DA02-BFE0-FDC8CD100B5A}"/>
              </a:ext>
            </a:extLst>
          </p:cNvPr>
          <p:cNvSpPr txBox="1"/>
          <p:nvPr/>
        </p:nvSpPr>
        <p:spPr>
          <a:xfrm>
            <a:off x="5350744" y="3087814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4DB6E0-E865-C5D3-171C-2F3B62DFBAFD}"/>
              </a:ext>
            </a:extLst>
          </p:cNvPr>
          <p:cNvSpPr txBox="1"/>
          <p:nvPr/>
        </p:nvSpPr>
        <p:spPr>
          <a:xfrm>
            <a:off x="11523977" y="5379717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3B8A5E-A09F-B146-EE1E-485141F026DC}"/>
              </a:ext>
            </a:extLst>
          </p:cNvPr>
          <p:cNvSpPr txBox="1"/>
          <p:nvPr/>
        </p:nvSpPr>
        <p:spPr>
          <a:xfrm>
            <a:off x="4014450" y="308627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17D7EC-94FD-4E47-5029-2FA72BBB20B7}"/>
              </a:ext>
            </a:extLst>
          </p:cNvPr>
          <p:cNvSpPr txBox="1"/>
          <p:nvPr/>
        </p:nvSpPr>
        <p:spPr>
          <a:xfrm>
            <a:off x="9974848" y="533875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55" name="Process 54">
            <a:extLst>
              <a:ext uri="{FF2B5EF4-FFF2-40B4-BE49-F238E27FC236}">
                <a16:creationId xmlns:a16="http://schemas.microsoft.com/office/drawing/2014/main" id="{B2A8664D-5E86-7C73-5E26-2BAC209339B9}"/>
              </a:ext>
            </a:extLst>
          </p:cNvPr>
          <p:cNvSpPr/>
          <p:nvPr/>
        </p:nvSpPr>
        <p:spPr>
          <a:xfrm>
            <a:off x="6209532" y="6793054"/>
            <a:ext cx="921452" cy="21958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dirty="0"/>
              <a:t> ← </a:t>
            </a:r>
            <a:r>
              <a:rPr lang="pl-PL" sz="900" i="1" dirty="0" err="1"/>
              <a:t>size</a:t>
            </a:r>
            <a:r>
              <a:rPr lang="pl-PL" sz="900" dirty="0"/>
              <a:t> - 1</a:t>
            </a:r>
            <a:endParaRPr lang="pl-PL" sz="900" i="1" dirty="0"/>
          </a:p>
        </p:txBody>
      </p: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D92BEE01-4A17-2864-5C23-AB75E3701A45}"/>
              </a:ext>
            </a:extLst>
          </p:cNvPr>
          <p:cNvCxnSpPr>
            <a:cxnSpLocks/>
            <a:stCxn id="12" idx="4"/>
            <a:endCxn id="13" idx="0"/>
          </p:cNvCxnSpPr>
          <p:nvPr/>
        </p:nvCxnSpPr>
        <p:spPr>
          <a:xfrm rot="16200000" flipH="1">
            <a:off x="726235" y="4529513"/>
            <a:ext cx="4139752" cy="2223964"/>
          </a:xfrm>
          <a:prstGeom prst="bentConnector3">
            <a:avLst>
              <a:gd name="adj1" fmla="val 9674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Decision 56">
            <a:extLst>
              <a:ext uri="{FF2B5EF4-FFF2-40B4-BE49-F238E27FC236}">
                <a16:creationId xmlns:a16="http://schemas.microsoft.com/office/drawing/2014/main" id="{505FE3D7-0EF7-5FAA-29C4-37437E8F8D3F}"/>
              </a:ext>
            </a:extLst>
          </p:cNvPr>
          <p:cNvSpPr/>
          <p:nvPr/>
        </p:nvSpPr>
        <p:spPr>
          <a:xfrm>
            <a:off x="6209532" y="3722687"/>
            <a:ext cx="914009" cy="38401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index &lt;&gt; 0</a:t>
            </a:r>
          </a:p>
        </p:txBody>
      </p:sp>
      <p:sp>
        <p:nvSpPr>
          <p:cNvPr id="58" name="Process 57">
            <a:extLst>
              <a:ext uri="{FF2B5EF4-FFF2-40B4-BE49-F238E27FC236}">
                <a16:creationId xmlns:a16="http://schemas.microsoft.com/office/drawing/2014/main" id="{10F499F3-D809-E5B5-E444-1578D455A2D9}"/>
              </a:ext>
            </a:extLst>
          </p:cNvPr>
          <p:cNvSpPr/>
          <p:nvPr/>
        </p:nvSpPr>
        <p:spPr>
          <a:xfrm>
            <a:off x="4734320" y="4310637"/>
            <a:ext cx="1475212" cy="41258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</a:t>
            </a:r>
            <a:r>
              <a:rPr lang="pl-PL" sz="900" dirty="0"/>
              <a:t> ← </a:t>
            </a:r>
            <a:r>
              <a:rPr lang="pl-PL" sz="900" i="1" dirty="0"/>
              <a:t>front</a:t>
            </a:r>
            <a:endParaRPr lang="pl-PL" sz="900" dirty="0"/>
          </a:p>
          <a:p>
            <a:pPr algn="ctr"/>
            <a:r>
              <a:rPr lang="pl-PL" sz="900" i="1" dirty="0" err="1"/>
              <a:t>node.next.previous</a:t>
            </a:r>
            <a:r>
              <a:rPr lang="pl-PL" sz="900" i="1" dirty="0"/>
              <a:t> </a:t>
            </a:r>
            <a:r>
              <a:rPr lang="pl-PL" sz="900" dirty="0"/>
              <a:t>← brak</a:t>
            </a:r>
            <a:br>
              <a:rPr lang="pl-PL" sz="900" i="1" dirty="0"/>
            </a:br>
            <a:r>
              <a:rPr lang="pl-PL" sz="900" i="1" dirty="0"/>
              <a:t>front</a:t>
            </a:r>
            <a:r>
              <a:rPr lang="pl-PL" sz="900" dirty="0"/>
              <a:t> ← </a:t>
            </a:r>
            <a:r>
              <a:rPr lang="pl-PL" sz="900" i="1" dirty="0" err="1"/>
              <a:t>node.next</a:t>
            </a:r>
            <a:endParaRPr lang="pl-PL" sz="900" dirty="0"/>
          </a:p>
        </p:txBody>
      </p:sp>
      <p:sp>
        <p:nvSpPr>
          <p:cNvPr id="59" name="Decision 58">
            <a:extLst>
              <a:ext uri="{FF2B5EF4-FFF2-40B4-BE49-F238E27FC236}">
                <a16:creationId xmlns:a16="http://schemas.microsoft.com/office/drawing/2014/main" id="{50E4E207-7E58-DA64-0515-01A38855E911}"/>
              </a:ext>
            </a:extLst>
          </p:cNvPr>
          <p:cNvSpPr/>
          <p:nvPr/>
        </p:nvSpPr>
        <p:spPr>
          <a:xfrm>
            <a:off x="8285017" y="4310637"/>
            <a:ext cx="1333846" cy="38401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index &lt;&gt; </a:t>
            </a:r>
            <a:r>
              <a:rPr lang="pl-PL" sz="900" i="1" dirty="0" err="1"/>
              <a:t>size</a:t>
            </a:r>
            <a:r>
              <a:rPr lang="pl-PL" sz="900" dirty="0"/>
              <a:t> - 1</a:t>
            </a:r>
            <a:endParaRPr lang="pl-PL" sz="900" i="1" dirty="0"/>
          </a:p>
        </p:txBody>
      </p:sp>
      <p:sp>
        <p:nvSpPr>
          <p:cNvPr id="60" name="Process 59">
            <a:extLst>
              <a:ext uri="{FF2B5EF4-FFF2-40B4-BE49-F238E27FC236}">
                <a16:creationId xmlns:a16="http://schemas.microsoft.com/office/drawing/2014/main" id="{FA4680A4-F232-91B0-8364-C6DB3AFA6D13}"/>
              </a:ext>
            </a:extLst>
          </p:cNvPr>
          <p:cNvSpPr/>
          <p:nvPr/>
        </p:nvSpPr>
        <p:spPr>
          <a:xfrm>
            <a:off x="6931046" y="4884305"/>
            <a:ext cx="1563890" cy="41258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</a:t>
            </a:r>
            <a:r>
              <a:rPr lang="pl-PL" sz="900" dirty="0"/>
              <a:t> ← </a:t>
            </a:r>
            <a:r>
              <a:rPr lang="pl-PL" sz="900" i="1" dirty="0" err="1"/>
              <a:t>back</a:t>
            </a:r>
            <a:endParaRPr lang="pl-PL" sz="900" dirty="0"/>
          </a:p>
          <a:p>
            <a:pPr algn="ctr"/>
            <a:r>
              <a:rPr lang="pl-PL" sz="900" i="1" dirty="0" err="1"/>
              <a:t>node.previous.next</a:t>
            </a:r>
            <a:r>
              <a:rPr lang="pl-PL" sz="900" i="1" dirty="0"/>
              <a:t> </a:t>
            </a:r>
            <a:r>
              <a:rPr lang="pl-PL" sz="900" dirty="0"/>
              <a:t>← brak</a:t>
            </a:r>
            <a:br>
              <a:rPr lang="pl-PL" sz="900" i="1" dirty="0"/>
            </a:br>
            <a:r>
              <a:rPr lang="pl-PL" sz="900" i="1" dirty="0" err="1"/>
              <a:t>back</a:t>
            </a:r>
            <a:r>
              <a:rPr lang="pl-PL" sz="900" dirty="0"/>
              <a:t> ← </a:t>
            </a:r>
            <a:r>
              <a:rPr lang="pl-PL" sz="900" i="1" dirty="0" err="1"/>
              <a:t>node.previous</a:t>
            </a:r>
            <a:endParaRPr lang="pl-PL" sz="900" dirty="0"/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42F5C083-5DA7-B880-E4A1-825659B65348}"/>
              </a:ext>
            </a:extLst>
          </p:cNvPr>
          <p:cNvCxnSpPr>
            <a:stCxn id="29" idx="3"/>
            <a:endCxn id="57" idx="0"/>
          </p:cNvCxnSpPr>
          <p:nvPr/>
        </p:nvCxnSpPr>
        <p:spPr>
          <a:xfrm>
            <a:off x="5366687" y="3368029"/>
            <a:ext cx="1299850" cy="3546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661216BD-B71E-1D07-494E-52F2B77A0E52}"/>
              </a:ext>
            </a:extLst>
          </p:cNvPr>
          <p:cNvCxnSpPr>
            <a:cxnSpLocks/>
            <a:stCxn id="57" idx="1"/>
            <a:endCxn id="58" idx="0"/>
          </p:cNvCxnSpPr>
          <p:nvPr/>
        </p:nvCxnSpPr>
        <p:spPr>
          <a:xfrm rot="10800000" flipV="1">
            <a:off x="5471926" y="3914697"/>
            <a:ext cx="737606" cy="3959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B2CA5CE1-27C3-C2BE-8A61-08156F89ECE8}"/>
              </a:ext>
            </a:extLst>
          </p:cNvPr>
          <p:cNvCxnSpPr>
            <a:cxnSpLocks/>
            <a:stCxn id="57" idx="3"/>
            <a:endCxn id="59" idx="0"/>
          </p:cNvCxnSpPr>
          <p:nvPr/>
        </p:nvCxnSpPr>
        <p:spPr>
          <a:xfrm>
            <a:off x="7123541" y="3914697"/>
            <a:ext cx="1828399" cy="3959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EF6DAEA1-D4BA-AC3A-243E-AAF8FF895796}"/>
              </a:ext>
            </a:extLst>
          </p:cNvPr>
          <p:cNvCxnSpPr>
            <a:cxnSpLocks/>
            <a:stCxn id="59" idx="1"/>
            <a:endCxn id="60" idx="0"/>
          </p:cNvCxnSpPr>
          <p:nvPr/>
        </p:nvCxnSpPr>
        <p:spPr>
          <a:xfrm rot="10800000" flipV="1">
            <a:off x="7712991" y="4502647"/>
            <a:ext cx="572026" cy="3816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91B5A006-1277-A404-FAC1-F5C272237A68}"/>
              </a:ext>
            </a:extLst>
          </p:cNvPr>
          <p:cNvCxnSpPr>
            <a:cxnSpLocks/>
            <a:stCxn id="59" idx="3"/>
            <a:endCxn id="33" idx="0"/>
          </p:cNvCxnSpPr>
          <p:nvPr/>
        </p:nvCxnSpPr>
        <p:spPr>
          <a:xfrm>
            <a:off x="9618863" y="4502647"/>
            <a:ext cx="1374341" cy="3816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6043E804-9F46-9B78-1BC8-64FC17EE4B3F}"/>
              </a:ext>
            </a:extLst>
          </p:cNvPr>
          <p:cNvCxnSpPr>
            <a:cxnSpLocks/>
            <a:stCxn id="30" idx="2"/>
            <a:endCxn id="55" idx="0"/>
          </p:cNvCxnSpPr>
          <p:nvPr/>
        </p:nvCxnSpPr>
        <p:spPr>
          <a:xfrm rot="16200000" flipH="1">
            <a:off x="3975686" y="4098481"/>
            <a:ext cx="2603389" cy="2785755"/>
          </a:xfrm>
          <a:prstGeom prst="bentConnector3">
            <a:avLst>
              <a:gd name="adj1" fmla="val 926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C838863-2171-706C-BBC5-727993FB4323}"/>
              </a:ext>
            </a:extLst>
          </p:cNvPr>
          <p:cNvCxnSpPr>
            <a:cxnSpLocks/>
            <a:stCxn id="58" idx="2"/>
            <a:endCxn id="55" idx="0"/>
          </p:cNvCxnSpPr>
          <p:nvPr/>
        </p:nvCxnSpPr>
        <p:spPr>
          <a:xfrm rot="16200000" flipH="1">
            <a:off x="5036175" y="5158970"/>
            <a:ext cx="2069835" cy="1198332"/>
          </a:xfrm>
          <a:prstGeom prst="bentConnector3">
            <a:avLst>
              <a:gd name="adj1" fmla="val 907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1138798C-8572-F072-0960-7A2E0C3ABBA6}"/>
              </a:ext>
            </a:extLst>
          </p:cNvPr>
          <p:cNvCxnSpPr>
            <a:cxnSpLocks/>
            <a:stCxn id="60" idx="2"/>
            <a:endCxn id="55" idx="0"/>
          </p:cNvCxnSpPr>
          <p:nvPr/>
        </p:nvCxnSpPr>
        <p:spPr>
          <a:xfrm rot="5400000">
            <a:off x="6443542" y="5523604"/>
            <a:ext cx="1496167" cy="1042733"/>
          </a:xfrm>
          <a:prstGeom prst="bentConnector3">
            <a:avLst>
              <a:gd name="adj1" fmla="val 868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98F66B6C-25DC-CF54-EA92-C388C4331710}"/>
              </a:ext>
            </a:extLst>
          </p:cNvPr>
          <p:cNvCxnSpPr>
            <a:cxnSpLocks/>
            <a:stCxn id="40" idx="2"/>
            <a:endCxn id="55" idx="0"/>
          </p:cNvCxnSpPr>
          <p:nvPr/>
        </p:nvCxnSpPr>
        <p:spPr>
          <a:xfrm rot="5400000">
            <a:off x="7948901" y="5123093"/>
            <a:ext cx="391318" cy="29486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1557363-B2C8-43BC-AAED-ED0A9610E99F}"/>
              </a:ext>
            </a:extLst>
          </p:cNvPr>
          <p:cNvSpPr txBox="1"/>
          <p:nvPr/>
        </p:nvSpPr>
        <p:spPr>
          <a:xfrm>
            <a:off x="7125437" y="3596415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B24E699-CC29-B8B4-7088-4FF368DA90B9}"/>
              </a:ext>
            </a:extLst>
          </p:cNvPr>
          <p:cNvSpPr txBox="1"/>
          <p:nvPr/>
        </p:nvSpPr>
        <p:spPr>
          <a:xfrm>
            <a:off x="9619747" y="4196997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76D1B8C-6753-A8BA-A106-A3CDA1BB72D1}"/>
              </a:ext>
            </a:extLst>
          </p:cNvPr>
          <p:cNvSpPr txBox="1"/>
          <p:nvPr/>
        </p:nvSpPr>
        <p:spPr>
          <a:xfrm>
            <a:off x="7848463" y="419170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B9D1979-943F-4B40-B3AA-0679C6D3AEA9}"/>
              </a:ext>
            </a:extLst>
          </p:cNvPr>
          <p:cNvSpPr txBox="1"/>
          <p:nvPr/>
        </p:nvSpPr>
        <p:spPr>
          <a:xfrm>
            <a:off x="5792415" y="361817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93" name="Data 92">
            <a:extLst>
              <a:ext uri="{FF2B5EF4-FFF2-40B4-BE49-F238E27FC236}">
                <a16:creationId xmlns:a16="http://schemas.microsoft.com/office/drawing/2014/main" id="{EB0B0514-BAF8-00BD-AA73-7C08E0D50600}"/>
              </a:ext>
            </a:extLst>
          </p:cNvPr>
          <p:cNvSpPr/>
          <p:nvPr/>
        </p:nvSpPr>
        <p:spPr>
          <a:xfrm>
            <a:off x="5739734" y="7201057"/>
            <a:ext cx="1853604" cy="231089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 err="1"/>
              <a:t>node.value</a:t>
            </a:r>
            <a:endParaRPr lang="en-US" sz="900" i="1" dirty="0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CD988E1-E231-917A-281F-A3BF83899EF8}"/>
              </a:ext>
            </a:extLst>
          </p:cNvPr>
          <p:cNvCxnSpPr>
            <a:stCxn id="55" idx="2"/>
            <a:endCxn id="93" idx="1"/>
          </p:cNvCxnSpPr>
          <p:nvPr/>
        </p:nvCxnSpPr>
        <p:spPr>
          <a:xfrm flipH="1">
            <a:off x="6666536" y="7012643"/>
            <a:ext cx="3722" cy="188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0ED86525-B662-F5E3-68DC-E49A6FFF45D5}"/>
              </a:ext>
            </a:extLst>
          </p:cNvPr>
          <p:cNvCxnSpPr>
            <a:stCxn id="93" idx="4"/>
            <a:endCxn id="13" idx="0"/>
          </p:cNvCxnSpPr>
          <p:nvPr/>
        </p:nvCxnSpPr>
        <p:spPr>
          <a:xfrm rot="5400000">
            <a:off x="5147703" y="6192537"/>
            <a:ext cx="279225" cy="275844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942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0F98-C20B-83FB-1E6E-1932A67C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63AFD8-AF59-3DD4-8288-9FA7807EF03C}"/>
              </a:ext>
            </a:extLst>
          </p:cNvPr>
          <p:cNvSpPr txBox="1"/>
          <p:nvPr/>
        </p:nvSpPr>
        <p:spPr>
          <a:xfrm>
            <a:off x="447466" y="494810"/>
            <a:ext cx="333399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3.5. Lista dwukierunkowa.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B69628-67AC-0240-6BE8-F223AB30AEFD}"/>
              </a:ext>
            </a:extLst>
          </p:cNvPr>
          <p:cNvSpPr txBox="1"/>
          <p:nvPr/>
        </p:nvSpPr>
        <p:spPr>
          <a:xfrm>
            <a:off x="447470" y="835080"/>
            <a:ext cx="521476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Wyszukiwanie elementów (index).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32EFFCD9-1DB8-68F4-7DE8-91A62FECBBB8}"/>
              </a:ext>
            </a:extLst>
          </p:cNvPr>
          <p:cNvSpPr/>
          <p:nvPr/>
        </p:nvSpPr>
        <p:spPr>
          <a:xfrm>
            <a:off x="2908460" y="1683180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757D4FC2-72B8-20EE-ED90-3F45B48E37B3}"/>
              </a:ext>
            </a:extLst>
          </p:cNvPr>
          <p:cNvSpPr/>
          <p:nvPr/>
        </p:nvSpPr>
        <p:spPr>
          <a:xfrm>
            <a:off x="2469787" y="2120850"/>
            <a:ext cx="1563146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value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493EFB-6432-0C0C-28BB-B34D226138BF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>
            <a:off x="3251360" y="1909494"/>
            <a:ext cx="0" cy="211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Process 46">
            <a:extLst>
              <a:ext uri="{FF2B5EF4-FFF2-40B4-BE49-F238E27FC236}">
                <a16:creationId xmlns:a16="http://schemas.microsoft.com/office/drawing/2014/main" id="{E6798AC8-05E2-4C63-434D-9F8DE0666D5F}"/>
              </a:ext>
            </a:extLst>
          </p:cNvPr>
          <p:cNvSpPr/>
          <p:nvPr/>
        </p:nvSpPr>
        <p:spPr>
          <a:xfrm>
            <a:off x="2748600" y="2592726"/>
            <a:ext cx="1005520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/>
              <a:t>front</a:t>
            </a:r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0</a:t>
            </a:r>
            <a:endParaRPr lang="pl-PL" sz="900" i="1" dirty="0"/>
          </a:p>
        </p:txBody>
      </p:sp>
      <p:sp>
        <p:nvSpPr>
          <p:cNvPr id="48" name="Decision 47">
            <a:extLst>
              <a:ext uri="{FF2B5EF4-FFF2-40B4-BE49-F238E27FC236}">
                <a16:creationId xmlns:a16="http://schemas.microsoft.com/office/drawing/2014/main" id="{2779E637-99F8-161C-6B8B-1911D0882A59}"/>
              </a:ext>
            </a:extLst>
          </p:cNvPr>
          <p:cNvSpPr/>
          <p:nvPr/>
        </p:nvSpPr>
        <p:spPr>
          <a:xfrm>
            <a:off x="2686906" y="3140294"/>
            <a:ext cx="1128908" cy="4209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49" name="Data 48">
            <a:extLst>
              <a:ext uri="{FF2B5EF4-FFF2-40B4-BE49-F238E27FC236}">
                <a16:creationId xmlns:a16="http://schemas.microsoft.com/office/drawing/2014/main" id="{7115E62D-024A-1ECF-D797-0C6F65CD04CB}"/>
              </a:ext>
            </a:extLst>
          </p:cNvPr>
          <p:cNvSpPr/>
          <p:nvPr/>
        </p:nvSpPr>
        <p:spPr>
          <a:xfrm>
            <a:off x="899346" y="3783532"/>
            <a:ext cx="1381574" cy="226314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/>
              <a:t>-1</a:t>
            </a:r>
          </a:p>
        </p:txBody>
      </p:sp>
      <p:sp>
        <p:nvSpPr>
          <p:cNvPr id="50" name="Terminator 49">
            <a:extLst>
              <a:ext uri="{FF2B5EF4-FFF2-40B4-BE49-F238E27FC236}">
                <a16:creationId xmlns:a16="http://schemas.microsoft.com/office/drawing/2014/main" id="{7090A623-749A-54F1-60AF-2E528373C891}"/>
              </a:ext>
            </a:extLst>
          </p:cNvPr>
          <p:cNvSpPr/>
          <p:nvPr/>
        </p:nvSpPr>
        <p:spPr>
          <a:xfrm>
            <a:off x="1896796" y="4979904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sp>
        <p:nvSpPr>
          <p:cNvPr id="51" name="Decision 50">
            <a:extLst>
              <a:ext uri="{FF2B5EF4-FFF2-40B4-BE49-F238E27FC236}">
                <a16:creationId xmlns:a16="http://schemas.microsoft.com/office/drawing/2014/main" id="{6B6B73EF-8940-FB0A-D7FF-CAB8E54B24A1}"/>
              </a:ext>
            </a:extLst>
          </p:cNvPr>
          <p:cNvSpPr/>
          <p:nvPr/>
        </p:nvSpPr>
        <p:spPr>
          <a:xfrm>
            <a:off x="3964170" y="3783531"/>
            <a:ext cx="1927006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current.value</a:t>
            </a:r>
            <a:r>
              <a:rPr lang="pl-PL" sz="900" dirty="0"/>
              <a:t> &lt;&gt; </a:t>
            </a:r>
            <a:r>
              <a:rPr lang="pl-PL" sz="900" i="1" dirty="0" err="1"/>
              <a:t>value</a:t>
            </a:r>
            <a:endParaRPr lang="pl-PL" sz="900" i="1" dirty="0"/>
          </a:p>
        </p:txBody>
      </p:sp>
      <p:sp>
        <p:nvSpPr>
          <p:cNvPr id="52" name="Data 51">
            <a:extLst>
              <a:ext uri="{FF2B5EF4-FFF2-40B4-BE49-F238E27FC236}">
                <a16:creationId xmlns:a16="http://schemas.microsoft.com/office/drawing/2014/main" id="{FDD53778-43A2-F526-09FA-9FDC0031CD01}"/>
              </a:ext>
            </a:extLst>
          </p:cNvPr>
          <p:cNvSpPr/>
          <p:nvPr/>
        </p:nvSpPr>
        <p:spPr>
          <a:xfrm>
            <a:off x="2582596" y="4336678"/>
            <a:ext cx="1381574" cy="20718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 err="1"/>
              <a:t>i</a:t>
            </a:r>
            <a:endParaRPr lang="en-US" sz="900" i="1" dirty="0"/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F2453800-5AEC-F9A7-12A3-0BE815A56AC4}"/>
              </a:ext>
            </a:extLst>
          </p:cNvPr>
          <p:cNvCxnSpPr>
            <a:stCxn id="48" idx="3"/>
            <a:endCxn id="51" idx="0"/>
          </p:cNvCxnSpPr>
          <p:nvPr/>
        </p:nvCxnSpPr>
        <p:spPr>
          <a:xfrm>
            <a:off x="3815815" y="3350777"/>
            <a:ext cx="1111859" cy="4327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40149233-6BB4-35E9-98D5-016DBA6F982E}"/>
              </a:ext>
            </a:extLst>
          </p:cNvPr>
          <p:cNvCxnSpPr>
            <a:stCxn id="48" idx="1"/>
            <a:endCxn id="49" idx="1"/>
          </p:cNvCxnSpPr>
          <p:nvPr/>
        </p:nvCxnSpPr>
        <p:spPr>
          <a:xfrm rot="10800000" flipV="1">
            <a:off x="1590135" y="3350776"/>
            <a:ext cx="1096773" cy="43275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489463AB-A17F-4AD3-AAFE-9B19EA55545B}"/>
              </a:ext>
            </a:extLst>
          </p:cNvPr>
          <p:cNvCxnSpPr>
            <a:cxnSpLocks/>
            <a:endCxn id="52" idx="1"/>
          </p:cNvCxnSpPr>
          <p:nvPr/>
        </p:nvCxnSpPr>
        <p:spPr>
          <a:xfrm rot="10800000" flipV="1">
            <a:off x="3273385" y="3935264"/>
            <a:ext cx="690787" cy="4014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Process 61">
            <a:extLst>
              <a:ext uri="{FF2B5EF4-FFF2-40B4-BE49-F238E27FC236}">
                <a16:creationId xmlns:a16="http://schemas.microsoft.com/office/drawing/2014/main" id="{CDA12B7D-D59D-971F-D44E-CDAFCE04F2DD}"/>
              </a:ext>
            </a:extLst>
          </p:cNvPr>
          <p:cNvSpPr/>
          <p:nvPr/>
        </p:nvSpPr>
        <p:spPr>
          <a:xfrm>
            <a:off x="5892570" y="4336678"/>
            <a:ext cx="1341350" cy="35465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current.next</a:t>
            </a:r>
            <a:endParaRPr lang="pl-PL" sz="900" i="1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  <a:endParaRPr lang="pl-PL" sz="900" i="1" dirty="0"/>
          </a:p>
        </p:txBody>
      </p: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50FB9CFC-7B93-4658-1B61-F6930D6DD41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5891177" y="3935264"/>
            <a:ext cx="672069" cy="4014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A7EAED4D-C478-4DB5-95DD-BC1636D7CA4C}"/>
              </a:ext>
            </a:extLst>
          </p:cNvPr>
          <p:cNvCxnSpPr>
            <a:stCxn id="62" idx="2"/>
            <a:endCxn id="48" idx="0"/>
          </p:cNvCxnSpPr>
          <p:nvPr/>
        </p:nvCxnSpPr>
        <p:spPr>
          <a:xfrm rot="5400000" flipH="1">
            <a:off x="4131782" y="2259873"/>
            <a:ext cx="1551042" cy="3311885"/>
          </a:xfrm>
          <a:prstGeom prst="bentConnector5">
            <a:avLst>
              <a:gd name="adj1" fmla="val -14738"/>
              <a:gd name="adj2" fmla="val -27544"/>
              <a:gd name="adj3" fmla="val 10949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D9492F00-9950-6CD5-3ACB-73A0100E9666}"/>
              </a:ext>
            </a:extLst>
          </p:cNvPr>
          <p:cNvCxnSpPr>
            <a:stCxn id="52" idx="4"/>
            <a:endCxn id="50" idx="0"/>
          </p:cNvCxnSpPr>
          <p:nvPr/>
        </p:nvCxnSpPr>
        <p:spPr>
          <a:xfrm rot="5400000">
            <a:off x="2538517" y="4245038"/>
            <a:ext cx="436046" cy="103368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433DA7F5-2770-66F7-6FA1-DC269B7A91E1}"/>
              </a:ext>
            </a:extLst>
          </p:cNvPr>
          <p:cNvCxnSpPr>
            <a:stCxn id="49" idx="4"/>
            <a:endCxn id="50" idx="0"/>
          </p:cNvCxnSpPr>
          <p:nvPr/>
        </p:nvCxnSpPr>
        <p:spPr>
          <a:xfrm rot="16200000" flipH="1">
            <a:off x="1429885" y="4170093"/>
            <a:ext cx="970058" cy="649563"/>
          </a:xfrm>
          <a:prstGeom prst="bentConnector3">
            <a:avLst>
              <a:gd name="adj1" fmla="val 777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E7C837F-80AB-29D9-E9B5-076A587AE82A}"/>
              </a:ext>
            </a:extLst>
          </p:cNvPr>
          <p:cNvSpPr txBox="1"/>
          <p:nvPr/>
        </p:nvSpPr>
        <p:spPr>
          <a:xfrm>
            <a:off x="5899910" y="364016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FE354EF-34C7-49BC-6125-9E7908BF3B13}"/>
              </a:ext>
            </a:extLst>
          </p:cNvPr>
          <p:cNvSpPr txBox="1"/>
          <p:nvPr/>
        </p:nvSpPr>
        <p:spPr>
          <a:xfrm>
            <a:off x="3553220" y="363634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4C4D0AE-887B-127E-4118-F33A81E5CED6}"/>
              </a:ext>
            </a:extLst>
          </p:cNvPr>
          <p:cNvSpPr txBox="1"/>
          <p:nvPr/>
        </p:nvSpPr>
        <p:spPr>
          <a:xfrm>
            <a:off x="2207020" y="304198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D01EA9-C406-99C1-22B9-0B3BF7C1DAF2}"/>
              </a:ext>
            </a:extLst>
          </p:cNvPr>
          <p:cNvSpPr txBox="1"/>
          <p:nvPr/>
        </p:nvSpPr>
        <p:spPr>
          <a:xfrm>
            <a:off x="3786630" y="305088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2FA00AB-9D92-923E-45EA-A0252EFDCE3F}"/>
              </a:ext>
            </a:extLst>
          </p:cNvPr>
          <p:cNvCxnSpPr>
            <a:cxnSpLocks/>
            <a:stCxn id="7" idx="4"/>
            <a:endCxn id="47" idx="0"/>
          </p:cNvCxnSpPr>
          <p:nvPr/>
        </p:nvCxnSpPr>
        <p:spPr>
          <a:xfrm>
            <a:off x="3251360" y="2369795"/>
            <a:ext cx="0" cy="222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092559B-01FD-44F2-49C1-3901CCB2D879}"/>
              </a:ext>
            </a:extLst>
          </p:cNvPr>
          <p:cNvCxnSpPr>
            <a:stCxn id="47" idx="2"/>
            <a:endCxn id="48" idx="0"/>
          </p:cNvCxnSpPr>
          <p:nvPr/>
        </p:nvCxnSpPr>
        <p:spPr>
          <a:xfrm>
            <a:off x="3251360" y="2918023"/>
            <a:ext cx="0" cy="222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298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1370</TotalTime>
  <Words>321</Words>
  <Application>Microsoft Macintosh PowerPoint</Application>
  <PresentationFormat>Custom</PresentationFormat>
  <Paragraphs>91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20</cp:revision>
  <dcterms:created xsi:type="dcterms:W3CDTF">2025-11-30T19:03:59Z</dcterms:created>
  <dcterms:modified xsi:type="dcterms:W3CDTF">2026-01-03T13:55:01Z</dcterms:modified>
</cp:coreProperties>
</file>