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sldIdLst>
    <p:sldId id="257" r:id="rId2"/>
    <p:sldId id="258" r:id="rId3"/>
    <p:sldId id="259" r:id="rId4"/>
  </p:sldIdLst>
  <p:sldSz cx="1371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94"/>
    <p:restoredTop sz="94644"/>
  </p:normalViewPr>
  <p:slideViewPr>
    <p:cSldViewPr snapToGrid="0">
      <p:cViewPr>
        <p:scale>
          <a:sx n="172" d="100"/>
          <a:sy n="172" d="100"/>
        </p:scale>
        <p:origin x="24" y="-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496484"/>
            <a:ext cx="116586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4802717"/>
            <a:ext cx="10287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4224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92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2279653"/>
            <a:ext cx="1183005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6119286"/>
            <a:ext cx="1183005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66412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1025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486835"/>
            <a:ext cx="1183005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2241551"/>
            <a:ext cx="5802510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3340100"/>
            <a:ext cx="580251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2241551"/>
            <a:ext cx="58310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3340100"/>
            <a:ext cx="58310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86239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03268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10635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1316568"/>
            <a:ext cx="6943725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4843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1316568"/>
            <a:ext cx="6943725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32626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94866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486833"/>
            <a:ext cx="2957513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486833"/>
            <a:ext cx="870108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05990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486835"/>
            <a:ext cx="1183005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2434167"/>
            <a:ext cx="1183005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8475136"/>
            <a:ext cx="46291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94217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B7BFC5-D147-354E-3903-471C9D6D2132}"/>
              </a:ext>
            </a:extLst>
          </p:cNvPr>
          <p:cNvSpPr txBox="1"/>
          <p:nvPr/>
        </p:nvSpPr>
        <p:spPr>
          <a:xfrm>
            <a:off x="447466" y="494810"/>
            <a:ext cx="2741328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3.6. Lista cykliczna.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681736-EC43-D991-CCA0-25B4E04C9D60}"/>
              </a:ext>
            </a:extLst>
          </p:cNvPr>
          <p:cNvSpPr txBox="1"/>
          <p:nvPr/>
        </p:nvSpPr>
        <p:spPr>
          <a:xfrm>
            <a:off x="447470" y="835080"/>
            <a:ext cx="484767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Dodawanie elementów (insert).</a:t>
            </a:r>
          </a:p>
        </p:txBody>
      </p:sp>
      <p:sp>
        <p:nvSpPr>
          <p:cNvPr id="9" name="Terminator 8">
            <a:extLst>
              <a:ext uri="{FF2B5EF4-FFF2-40B4-BE49-F238E27FC236}">
                <a16:creationId xmlns:a16="http://schemas.microsoft.com/office/drawing/2014/main" id="{04A13FD5-B022-7C10-E430-7B5D3F02D5B7}"/>
              </a:ext>
            </a:extLst>
          </p:cNvPr>
          <p:cNvSpPr/>
          <p:nvPr/>
        </p:nvSpPr>
        <p:spPr>
          <a:xfrm>
            <a:off x="2908460" y="1696828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13" name="Data 12">
            <a:extLst>
              <a:ext uri="{FF2B5EF4-FFF2-40B4-BE49-F238E27FC236}">
                <a16:creationId xmlns:a16="http://schemas.microsoft.com/office/drawing/2014/main" id="{A7D07276-D6CA-4B5D-F271-7B201E5F9DD1}"/>
              </a:ext>
            </a:extLst>
          </p:cNvPr>
          <p:cNvSpPr/>
          <p:nvPr/>
        </p:nvSpPr>
        <p:spPr>
          <a:xfrm>
            <a:off x="1957155" y="2134498"/>
            <a:ext cx="2588410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i="1" dirty="0"/>
              <a:t>value</a:t>
            </a:r>
            <a:r>
              <a:rPr lang="en-US" sz="900" dirty="0"/>
              <a:t> </a:t>
            </a:r>
            <a:r>
              <a:rPr lang="en-US" sz="900" dirty="0" err="1"/>
              <a:t>oraz</a:t>
            </a:r>
            <a:r>
              <a:rPr lang="en-US" sz="900" dirty="0"/>
              <a:t> </a:t>
            </a:r>
            <a:r>
              <a:rPr lang="en-US" sz="900" i="1" dirty="0"/>
              <a:t>index</a:t>
            </a:r>
          </a:p>
        </p:txBody>
      </p:sp>
      <p:sp>
        <p:nvSpPr>
          <p:cNvPr id="15" name="Process 14">
            <a:extLst>
              <a:ext uri="{FF2B5EF4-FFF2-40B4-BE49-F238E27FC236}">
                <a16:creationId xmlns:a16="http://schemas.microsoft.com/office/drawing/2014/main" id="{CC611F7E-FAB9-2B7B-B2C1-6DEBC6FD514F}"/>
              </a:ext>
            </a:extLst>
          </p:cNvPr>
          <p:cNvSpPr/>
          <p:nvPr/>
        </p:nvSpPr>
        <p:spPr>
          <a:xfrm>
            <a:off x="5510127" y="7055329"/>
            <a:ext cx="872872" cy="22521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size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dirty="0" err="1"/>
              <a:t>size</a:t>
            </a:r>
            <a:r>
              <a:rPr lang="pl-PL" sz="900" dirty="0"/>
              <a:t> - 1</a:t>
            </a:r>
            <a:endParaRPr lang="pl-PL" sz="900" i="1" dirty="0"/>
          </a:p>
        </p:txBody>
      </p:sp>
      <p:sp>
        <p:nvSpPr>
          <p:cNvPr id="17" name="Decision 16">
            <a:extLst>
              <a:ext uri="{FF2B5EF4-FFF2-40B4-BE49-F238E27FC236}">
                <a16:creationId xmlns:a16="http://schemas.microsoft.com/office/drawing/2014/main" id="{2E71D728-4264-E84B-8E9B-C4E6E30C7EEE}"/>
              </a:ext>
            </a:extLst>
          </p:cNvPr>
          <p:cNvSpPr/>
          <p:nvPr/>
        </p:nvSpPr>
        <p:spPr>
          <a:xfrm>
            <a:off x="2434915" y="2594795"/>
            <a:ext cx="163289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0 &lt;= index</a:t>
            </a:r>
            <a:r>
              <a:rPr lang="pl-PL" sz="900" dirty="0"/>
              <a:t> &lt; </a:t>
            </a:r>
            <a:r>
              <a:rPr lang="pl-PL" sz="900" i="1" dirty="0" err="1"/>
              <a:t>size</a:t>
            </a:r>
            <a:endParaRPr lang="pl-PL" sz="900" i="1" dirty="0"/>
          </a:p>
        </p:txBody>
      </p:sp>
      <p:sp>
        <p:nvSpPr>
          <p:cNvPr id="19" name="Data 18">
            <a:extLst>
              <a:ext uri="{FF2B5EF4-FFF2-40B4-BE49-F238E27FC236}">
                <a16:creationId xmlns:a16="http://schemas.microsoft.com/office/drawing/2014/main" id="{0F12FEEB-2821-3A72-C389-24ADFDCE300E}"/>
              </a:ext>
            </a:extLst>
          </p:cNvPr>
          <p:cNvSpPr/>
          <p:nvPr/>
        </p:nvSpPr>
        <p:spPr>
          <a:xfrm>
            <a:off x="365802" y="3209251"/>
            <a:ext cx="2636654" cy="30777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błąd</a:t>
            </a:r>
            <a:r>
              <a:rPr lang="en-US" sz="900" dirty="0"/>
              <a:t> o </a:t>
            </a:r>
            <a:r>
              <a:rPr lang="en-US" sz="900" dirty="0" err="1"/>
              <a:t>niedozwolonym</a:t>
            </a:r>
            <a:r>
              <a:rPr lang="en-US" sz="900" dirty="0"/>
              <a:t> </a:t>
            </a:r>
            <a:r>
              <a:rPr lang="en-US" sz="900" dirty="0" err="1"/>
              <a:t>indeksie</a:t>
            </a:r>
            <a:endParaRPr lang="en-US" sz="900" i="1" dirty="0"/>
          </a:p>
        </p:txBody>
      </p:sp>
      <p:sp>
        <p:nvSpPr>
          <p:cNvPr id="21" name="Terminator 20">
            <a:extLst>
              <a:ext uri="{FF2B5EF4-FFF2-40B4-BE49-F238E27FC236}">
                <a16:creationId xmlns:a16="http://schemas.microsoft.com/office/drawing/2014/main" id="{072319C1-420F-09E9-7860-15C4D673E4A2}"/>
              </a:ext>
            </a:extLst>
          </p:cNvPr>
          <p:cNvSpPr/>
          <p:nvPr/>
        </p:nvSpPr>
        <p:spPr>
          <a:xfrm>
            <a:off x="3816090" y="8055092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73CCA8CB-1B0E-9B52-F359-5EB5F7C8A41B}"/>
              </a:ext>
            </a:extLst>
          </p:cNvPr>
          <p:cNvCxnSpPr>
            <a:cxnSpLocks/>
            <a:stCxn id="17" idx="3"/>
            <a:endCxn id="86" idx="0"/>
          </p:cNvCxnSpPr>
          <p:nvPr/>
        </p:nvCxnSpPr>
        <p:spPr>
          <a:xfrm>
            <a:off x="4067805" y="2757443"/>
            <a:ext cx="2331704" cy="4518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6E578DD0-30AB-B9F8-2607-F0252CA6228B}"/>
              </a:ext>
            </a:extLst>
          </p:cNvPr>
          <p:cNvCxnSpPr>
            <a:cxnSpLocks/>
            <a:stCxn id="17" idx="1"/>
            <a:endCxn id="19" idx="1"/>
          </p:cNvCxnSpPr>
          <p:nvPr/>
        </p:nvCxnSpPr>
        <p:spPr>
          <a:xfrm rot="10800000" flipV="1">
            <a:off x="1684129" y="2757443"/>
            <a:ext cx="750786" cy="4518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3E5FC50-2749-14A2-7005-B43A67C8BE10}"/>
              </a:ext>
            </a:extLst>
          </p:cNvPr>
          <p:cNvCxnSpPr>
            <a:cxnSpLocks/>
            <a:stCxn id="13" idx="4"/>
            <a:endCxn id="17" idx="0"/>
          </p:cNvCxnSpPr>
          <p:nvPr/>
        </p:nvCxnSpPr>
        <p:spPr>
          <a:xfrm>
            <a:off x="3251360" y="2383443"/>
            <a:ext cx="0" cy="211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D963498-2951-D6BC-9483-57EF783E6123}"/>
              </a:ext>
            </a:extLst>
          </p:cNvPr>
          <p:cNvCxnSpPr>
            <a:cxnSpLocks/>
            <a:stCxn id="9" idx="2"/>
            <a:endCxn id="13" idx="1"/>
          </p:cNvCxnSpPr>
          <p:nvPr/>
        </p:nvCxnSpPr>
        <p:spPr>
          <a:xfrm>
            <a:off x="3251360" y="1923142"/>
            <a:ext cx="0" cy="211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DF9061C-5488-681A-539A-46D6ECEC98B3}"/>
              </a:ext>
            </a:extLst>
          </p:cNvPr>
          <p:cNvSpPr txBox="1"/>
          <p:nvPr/>
        </p:nvSpPr>
        <p:spPr>
          <a:xfrm>
            <a:off x="2059525" y="2489120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D27A2B-D473-C3F1-8457-F7AEBCBE85DC}"/>
              </a:ext>
            </a:extLst>
          </p:cNvPr>
          <p:cNvSpPr txBox="1"/>
          <p:nvPr/>
        </p:nvSpPr>
        <p:spPr>
          <a:xfrm>
            <a:off x="4065855" y="248278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57CAE169-49A8-D254-C36A-5349F4DE4ACB}"/>
              </a:ext>
            </a:extLst>
          </p:cNvPr>
          <p:cNvSpPr/>
          <p:nvPr/>
        </p:nvSpPr>
        <p:spPr>
          <a:xfrm>
            <a:off x="7804833" y="4247187"/>
            <a:ext cx="1128906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dirty="0"/>
              <a:t> ← </a:t>
            </a:r>
            <a:r>
              <a:rPr lang="pl-PL" sz="900" i="1" dirty="0" err="1"/>
              <a:t>back</a:t>
            </a:r>
            <a:endParaRPr lang="pl-PL" sz="900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0</a:t>
            </a:r>
          </a:p>
        </p:txBody>
      </p:sp>
      <p:sp>
        <p:nvSpPr>
          <p:cNvPr id="32" name="Decision 31">
            <a:extLst>
              <a:ext uri="{FF2B5EF4-FFF2-40B4-BE49-F238E27FC236}">
                <a16:creationId xmlns:a16="http://schemas.microsoft.com/office/drawing/2014/main" id="{17E9722D-2ECA-CEBC-F72A-68F95BC1CBD0}"/>
              </a:ext>
            </a:extLst>
          </p:cNvPr>
          <p:cNvSpPr/>
          <p:nvPr/>
        </p:nvSpPr>
        <p:spPr>
          <a:xfrm>
            <a:off x="7804832" y="4799035"/>
            <a:ext cx="1128908" cy="42096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/>
              <a:t>index</a:t>
            </a:r>
          </a:p>
        </p:txBody>
      </p:sp>
      <p:sp>
        <p:nvSpPr>
          <p:cNvPr id="33" name="Process 32">
            <a:extLst>
              <a:ext uri="{FF2B5EF4-FFF2-40B4-BE49-F238E27FC236}">
                <a16:creationId xmlns:a16="http://schemas.microsoft.com/office/drawing/2014/main" id="{5AFE139A-8668-3C62-40F0-B77EA7EA35E4}"/>
              </a:ext>
            </a:extLst>
          </p:cNvPr>
          <p:cNvSpPr/>
          <p:nvPr/>
        </p:nvSpPr>
        <p:spPr>
          <a:xfrm>
            <a:off x="8933739" y="5382648"/>
            <a:ext cx="1401264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dirty="0"/>
              <a:t> ← </a:t>
            </a:r>
            <a:r>
              <a:rPr lang="pl-PL" sz="900" i="1" dirty="0" err="1"/>
              <a:t>current.next</a:t>
            </a:r>
            <a:endParaRPr lang="pl-PL" sz="900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</a:t>
            </a:r>
            <a:r>
              <a:rPr lang="pl-PL" sz="900" i="1" dirty="0"/>
              <a:t>i</a:t>
            </a:r>
            <a:r>
              <a:rPr lang="pl-PL" sz="900" dirty="0"/>
              <a:t> + 1</a:t>
            </a:r>
          </a:p>
        </p:txBody>
      </p:sp>
      <p:sp>
        <p:nvSpPr>
          <p:cNvPr id="36" name="Process 35">
            <a:extLst>
              <a:ext uri="{FF2B5EF4-FFF2-40B4-BE49-F238E27FC236}">
                <a16:creationId xmlns:a16="http://schemas.microsoft.com/office/drawing/2014/main" id="{A41704E9-92C5-E21D-01A1-D2C7E4614498}"/>
              </a:ext>
            </a:extLst>
          </p:cNvPr>
          <p:cNvSpPr/>
          <p:nvPr/>
        </p:nvSpPr>
        <p:spPr>
          <a:xfrm>
            <a:off x="6403568" y="5382647"/>
            <a:ext cx="1401264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node.next</a:t>
            </a:r>
            <a:r>
              <a:rPr lang="pl-PL" sz="900" dirty="0"/>
              <a:t> ← </a:t>
            </a:r>
            <a:r>
              <a:rPr lang="pl-PL" sz="900" i="1" dirty="0" err="1"/>
              <a:t>current.next</a:t>
            </a:r>
            <a:endParaRPr lang="pl-PL" sz="900" dirty="0"/>
          </a:p>
          <a:p>
            <a:pPr algn="ctr"/>
            <a:r>
              <a:rPr lang="pl-PL" sz="900" i="1" dirty="0" err="1"/>
              <a:t>current.next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node</a:t>
            </a:r>
            <a:endParaRPr lang="pl-PL" sz="900" dirty="0"/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9D4DE00-C422-4F74-DC60-80EB79EBB44A}"/>
              </a:ext>
            </a:extLst>
          </p:cNvPr>
          <p:cNvCxnSpPr>
            <a:cxnSpLocks/>
            <a:stCxn id="32" idx="3"/>
            <a:endCxn id="33" idx="0"/>
          </p:cNvCxnSpPr>
          <p:nvPr/>
        </p:nvCxnSpPr>
        <p:spPr>
          <a:xfrm>
            <a:off x="8933741" y="5009519"/>
            <a:ext cx="700631" cy="3731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FC56E35D-69B8-8CBE-52B8-51845A5B377F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 rot="5400000" flipH="1">
            <a:off x="8547375" y="4620948"/>
            <a:ext cx="908909" cy="1265085"/>
          </a:xfrm>
          <a:prstGeom prst="bentConnector5">
            <a:avLst>
              <a:gd name="adj1" fmla="val -25151"/>
              <a:gd name="adj2" fmla="val -71758"/>
              <a:gd name="adj3" fmla="val 1135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36012FA-D145-84FF-11A0-EBB6BF8A16CC}"/>
              </a:ext>
            </a:extLst>
          </p:cNvPr>
          <p:cNvCxnSpPr>
            <a:cxnSpLocks/>
            <a:stCxn id="31" idx="2"/>
            <a:endCxn id="32" idx="0"/>
          </p:cNvCxnSpPr>
          <p:nvPr/>
        </p:nvCxnSpPr>
        <p:spPr>
          <a:xfrm>
            <a:off x="8369286" y="4572484"/>
            <a:ext cx="0" cy="226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27C83296-79D5-C5E7-1273-EB7B64F53EBA}"/>
              </a:ext>
            </a:extLst>
          </p:cNvPr>
          <p:cNvCxnSpPr>
            <a:cxnSpLocks/>
            <a:stCxn id="32" idx="1"/>
            <a:endCxn id="36" idx="0"/>
          </p:cNvCxnSpPr>
          <p:nvPr/>
        </p:nvCxnSpPr>
        <p:spPr>
          <a:xfrm rot="10800000" flipV="1">
            <a:off x="7104200" y="5009518"/>
            <a:ext cx="700632" cy="3731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Decision 48">
            <a:extLst>
              <a:ext uri="{FF2B5EF4-FFF2-40B4-BE49-F238E27FC236}">
                <a16:creationId xmlns:a16="http://schemas.microsoft.com/office/drawing/2014/main" id="{0B09F610-1B72-EB68-4D2E-1CFEBC47B7B9}"/>
              </a:ext>
            </a:extLst>
          </p:cNvPr>
          <p:cNvSpPr/>
          <p:nvPr/>
        </p:nvSpPr>
        <p:spPr>
          <a:xfrm>
            <a:off x="5946564" y="3651243"/>
            <a:ext cx="914009" cy="38401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size</a:t>
            </a:r>
            <a:r>
              <a:rPr lang="pl-PL" sz="900" i="1" dirty="0"/>
              <a:t> &lt;&gt; 0</a:t>
            </a:r>
          </a:p>
        </p:txBody>
      </p:sp>
      <p:sp>
        <p:nvSpPr>
          <p:cNvPr id="51" name="Process 50">
            <a:extLst>
              <a:ext uri="{FF2B5EF4-FFF2-40B4-BE49-F238E27FC236}">
                <a16:creationId xmlns:a16="http://schemas.microsoft.com/office/drawing/2014/main" id="{764CA2D8-6B81-EBBB-99B8-E0696E118120}"/>
              </a:ext>
            </a:extLst>
          </p:cNvPr>
          <p:cNvSpPr/>
          <p:nvPr/>
        </p:nvSpPr>
        <p:spPr>
          <a:xfrm>
            <a:off x="4158990" y="4247187"/>
            <a:ext cx="1128906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node.next</a:t>
            </a:r>
            <a:r>
              <a:rPr lang="pl-PL" sz="900" dirty="0"/>
              <a:t> ← </a:t>
            </a:r>
            <a:r>
              <a:rPr lang="pl-PL" sz="900" i="1" dirty="0" err="1"/>
              <a:t>node</a:t>
            </a:r>
            <a:endParaRPr lang="pl-PL" sz="900" dirty="0"/>
          </a:p>
          <a:p>
            <a:pPr algn="ctr"/>
            <a:r>
              <a:rPr lang="pl-PL" sz="900" i="1" dirty="0" err="1"/>
              <a:t>back</a:t>
            </a:r>
            <a:r>
              <a:rPr lang="pl-PL" sz="900" dirty="0"/>
              <a:t> ← </a:t>
            </a:r>
            <a:r>
              <a:rPr lang="pl-PL" sz="900" i="1" dirty="0" err="1"/>
              <a:t>node</a:t>
            </a:r>
            <a:endParaRPr lang="pl-PL" sz="900" i="1" dirty="0"/>
          </a:p>
        </p:txBody>
      </p:sp>
      <p:sp>
        <p:nvSpPr>
          <p:cNvPr id="52" name="Data 51">
            <a:extLst>
              <a:ext uri="{FF2B5EF4-FFF2-40B4-BE49-F238E27FC236}">
                <a16:creationId xmlns:a16="http://schemas.microsoft.com/office/drawing/2014/main" id="{6CE865A2-F73B-E074-9841-17A336F1FE75}"/>
              </a:ext>
            </a:extLst>
          </p:cNvPr>
          <p:cNvSpPr/>
          <p:nvPr/>
        </p:nvSpPr>
        <p:spPr>
          <a:xfrm>
            <a:off x="4963153" y="7468078"/>
            <a:ext cx="1966820" cy="225218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i="1" dirty="0" err="1"/>
              <a:t>node.value</a:t>
            </a:r>
            <a:endParaRPr lang="en-US" sz="900" i="1" dirty="0"/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F39D5AC8-95AA-C343-0FC2-5CCB6BEF9749}"/>
              </a:ext>
            </a:extLst>
          </p:cNvPr>
          <p:cNvCxnSpPr>
            <a:stCxn id="49" idx="3"/>
            <a:endCxn id="31" idx="0"/>
          </p:cNvCxnSpPr>
          <p:nvPr/>
        </p:nvCxnSpPr>
        <p:spPr>
          <a:xfrm>
            <a:off x="6860572" y="3843253"/>
            <a:ext cx="1508714" cy="4039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2B4B17F5-BAD6-E69D-2937-E4551809F563}"/>
              </a:ext>
            </a:extLst>
          </p:cNvPr>
          <p:cNvCxnSpPr>
            <a:cxnSpLocks/>
            <a:stCxn id="49" idx="1"/>
            <a:endCxn id="51" idx="0"/>
          </p:cNvCxnSpPr>
          <p:nvPr/>
        </p:nvCxnSpPr>
        <p:spPr>
          <a:xfrm rot="10800000" flipV="1">
            <a:off x="4723443" y="3843253"/>
            <a:ext cx="1223120" cy="4039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2605FF55-A529-7443-5451-E7F726BBE30B}"/>
              </a:ext>
            </a:extLst>
          </p:cNvPr>
          <p:cNvCxnSpPr>
            <a:cxnSpLocks/>
            <a:stCxn id="51" idx="2"/>
            <a:endCxn id="15" idx="0"/>
          </p:cNvCxnSpPr>
          <p:nvPr/>
        </p:nvCxnSpPr>
        <p:spPr>
          <a:xfrm rot="16200000" flipH="1">
            <a:off x="4093581" y="5202346"/>
            <a:ext cx="2482845" cy="1223120"/>
          </a:xfrm>
          <a:prstGeom prst="bentConnector3">
            <a:avLst>
              <a:gd name="adj1" fmla="val 924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8FFF1069-E6F7-4F1A-B3A7-2ECCA2BEC5DA}"/>
              </a:ext>
            </a:extLst>
          </p:cNvPr>
          <p:cNvCxnSpPr>
            <a:stCxn id="52" idx="4"/>
            <a:endCxn id="21" idx="0"/>
          </p:cNvCxnSpPr>
          <p:nvPr/>
        </p:nvCxnSpPr>
        <p:spPr>
          <a:xfrm rot="5400000">
            <a:off x="4871879" y="6980408"/>
            <a:ext cx="361796" cy="178757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2656C7E4-E7EE-FF04-F464-606E890BF79D}"/>
              </a:ext>
            </a:extLst>
          </p:cNvPr>
          <p:cNvCxnSpPr>
            <a:stCxn id="19" idx="4"/>
            <a:endCxn id="21" idx="0"/>
          </p:cNvCxnSpPr>
          <p:nvPr/>
        </p:nvCxnSpPr>
        <p:spPr>
          <a:xfrm rot="16200000" flipH="1">
            <a:off x="652527" y="4548629"/>
            <a:ext cx="4538064" cy="2474861"/>
          </a:xfrm>
          <a:prstGeom prst="bentConnector3">
            <a:avLst>
              <a:gd name="adj1" fmla="val 9603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D5AC381-F268-C6BA-22C3-DC5DA76A1B89}"/>
              </a:ext>
            </a:extLst>
          </p:cNvPr>
          <p:cNvSpPr txBox="1"/>
          <p:nvPr/>
        </p:nvSpPr>
        <p:spPr>
          <a:xfrm>
            <a:off x="6856031" y="3534934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67915A-D352-D43B-6896-8A86E69B0321}"/>
              </a:ext>
            </a:extLst>
          </p:cNvPr>
          <p:cNvSpPr txBox="1"/>
          <p:nvPr/>
        </p:nvSpPr>
        <p:spPr>
          <a:xfrm>
            <a:off x="8929196" y="4709467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AA8E6CC-E5F8-C2B6-E53A-97F1B9B539E3}"/>
              </a:ext>
            </a:extLst>
          </p:cNvPr>
          <p:cNvSpPr txBox="1"/>
          <p:nvPr/>
        </p:nvSpPr>
        <p:spPr>
          <a:xfrm>
            <a:off x="5543384" y="3549156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A19E90-8AF1-0E04-A3B1-DA25AA6C3EA2}"/>
              </a:ext>
            </a:extLst>
          </p:cNvPr>
          <p:cNvSpPr txBox="1"/>
          <p:nvPr/>
        </p:nvSpPr>
        <p:spPr>
          <a:xfrm>
            <a:off x="7364301" y="4700039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02F8F5F-770B-5BBA-07A2-7D41E4FD8DE8}"/>
              </a:ext>
            </a:extLst>
          </p:cNvPr>
          <p:cNvCxnSpPr>
            <a:cxnSpLocks/>
            <a:stCxn id="15" idx="2"/>
            <a:endCxn id="52" idx="1"/>
          </p:cNvCxnSpPr>
          <p:nvPr/>
        </p:nvCxnSpPr>
        <p:spPr>
          <a:xfrm>
            <a:off x="5946563" y="7280547"/>
            <a:ext cx="0" cy="187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Decision 65">
            <a:extLst>
              <a:ext uri="{FF2B5EF4-FFF2-40B4-BE49-F238E27FC236}">
                <a16:creationId xmlns:a16="http://schemas.microsoft.com/office/drawing/2014/main" id="{87C7056E-8CF8-5DB4-71B6-80A3F5F6F1C3}"/>
              </a:ext>
            </a:extLst>
          </p:cNvPr>
          <p:cNvSpPr/>
          <p:nvPr/>
        </p:nvSpPr>
        <p:spPr>
          <a:xfrm>
            <a:off x="6478390" y="5891482"/>
            <a:ext cx="1250436" cy="42096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index</a:t>
            </a:r>
            <a:r>
              <a:rPr lang="pl-PL" sz="900" dirty="0"/>
              <a:t> = </a:t>
            </a:r>
            <a:r>
              <a:rPr lang="pl-PL" sz="900" i="1" dirty="0" err="1"/>
              <a:t>size</a:t>
            </a:r>
            <a:endParaRPr lang="pl-PL" sz="900" i="1" dirty="0"/>
          </a:p>
        </p:txBody>
      </p:sp>
      <p:sp>
        <p:nvSpPr>
          <p:cNvPr id="67" name="Process 66">
            <a:extLst>
              <a:ext uri="{FF2B5EF4-FFF2-40B4-BE49-F238E27FC236}">
                <a16:creationId xmlns:a16="http://schemas.microsoft.com/office/drawing/2014/main" id="{3080E420-3207-9163-25EC-04B452DF4EE5}"/>
              </a:ext>
            </a:extLst>
          </p:cNvPr>
          <p:cNvSpPr/>
          <p:nvPr/>
        </p:nvSpPr>
        <p:spPr>
          <a:xfrm>
            <a:off x="7728826" y="6470276"/>
            <a:ext cx="949351" cy="21520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back</a:t>
            </a:r>
            <a:r>
              <a:rPr lang="pl-PL" sz="900" dirty="0"/>
              <a:t> ← </a:t>
            </a:r>
            <a:r>
              <a:rPr lang="pl-PL" sz="900" i="1" dirty="0" err="1"/>
              <a:t>node</a:t>
            </a:r>
            <a:endParaRPr lang="pl-PL" sz="900" i="1" dirty="0"/>
          </a:p>
        </p:txBody>
      </p: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7DAB1007-F698-5FF6-EFCF-D6698482C4D2}"/>
              </a:ext>
            </a:extLst>
          </p:cNvPr>
          <p:cNvCxnSpPr>
            <a:stCxn id="66" idx="3"/>
            <a:endCxn id="67" idx="0"/>
          </p:cNvCxnSpPr>
          <p:nvPr/>
        </p:nvCxnSpPr>
        <p:spPr>
          <a:xfrm>
            <a:off x="7728826" y="6101965"/>
            <a:ext cx="474676" cy="36831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AC6B3598-D660-F494-D8C6-20D70AB1BFC8}"/>
              </a:ext>
            </a:extLst>
          </p:cNvPr>
          <p:cNvCxnSpPr>
            <a:stCxn id="67" idx="2"/>
            <a:endCxn id="15" idx="0"/>
          </p:cNvCxnSpPr>
          <p:nvPr/>
        </p:nvCxnSpPr>
        <p:spPr>
          <a:xfrm rot="5400000">
            <a:off x="6890109" y="5741936"/>
            <a:ext cx="369848" cy="225693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C8111DDB-53D2-7D83-2034-D6F7B0E8A007}"/>
              </a:ext>
            </a:extLst>
          </p:cNvPr>
          <p:cNvCxnSpPr>
            <a:cxnSpLocks/>
            <a:stCxn id="66" idx="1"/>
            <a:endCxn id="15" idx="0"/>
          </p:cNvCxnSpPr>
          <p:nvPr/>
        </p:nvCxnSpPr>
        <p:spPr>
          <a:xfrm rot="10800000" flipV="1">
            <a:off x="5946564" y="6101965"/>
            <a:ext cx="531827" cy="95336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6A2FE74-9005-A122-CF03-D34EDC091F08}"/>
              </a:ext>
            </a:extLst>
          </p:cNvPr>
          <p:cNvCxnSpPr>
            <a:stCxn id="36" idx="2"/>
            <a:endCxn id="66" idx="0"/>
          </p:cNvCxnSpPr>
          <p:nvPr/>
        </p:nvCxnSpPr>
        <p:spPr>
          <a:xfrm flipH="1">
            <a:off x="7103608" y="5707944"/>
            <a:ext cx="592" cy="1835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C90E0B74-750D-4D02-56A3-E59CD9746D71}"/>
              </a:ext>
            </a:extLst>
          </p:cNvPr>
          <p:cNvSpPr txBox="1"/>
          <p:nvPr/>
        </p:nvSpPr>
        <p:spPr>
          <a:xfrm>
            <a:off x="6096333" y="5791223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547B874-2BA0-9185-A6FB-7F019F78CB99}"/>
              </a:ext>
            </a:extLst>
          </p:cNvPr>
          <p:cNvSpPr txBox="1"/>
          <p:nvPr/>
        </p:nvSpPr>
        <p:spPr>
          <a:xfrm>
            <a:off x="7734380" y="5806747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3C5B882-6FEA-1DF7-576E-0FE19B2EA902}"/>
              </a:ext>
            </a:extLst>
          </p:cNvPr>
          <p:cNvCxnSpPr>
            <a:cxnSpLocks/>
            <a:stCxn id="86" idx="2"/>
            <a:endCxn id="49" idx="0"/>
          </p:cNvCxnSpPr>
          <p:nvPr/>
        </p:nvCxnSpPr>
        <p:spPr>
          <a:xfrm>
            <a:off x="6399509" y="3428840"/>
            <a:ext cx="4060" cy="222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Process 85">
            <a:extLst>
              <a:ext uri="{FF2B5EF4-FFF2-40B4-BE49-F238E27FC236}">
                <a16:creationId xmlns:a16="http://schemas.microsoft.com/office/drawing/2014/main" id="{11B49491-E50B-B851-1760-88CED0CEFA33}"/>
              </a:ext>
            </a:extLst>
          </p:cNvPr>
          <p:cNvSpPr/>
          <p:nvPr/>
        </p:nvSpPr>
        <p:spPr>
          <a:xfrm>
            <a:off x="5676252" y="3209251"/>
            <a:ext cx="1446514" cy="21958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node</a:t>
            </a:r>
            <a:r>
              <a:rPr lang="pl-PL" sz="900" dirty="0"/>
              <a:t> ← </a:t>
            </a:r>
            <a:r>
              <a:rPr lang="pl-PL" sz="900" i="1" dirty="0" err="1"/>
              <a:t>new</a:t>
            </a:r>
            <a:r>
              <a:rPr lang="pl-PL" sz="900" i="1" dirty="0"/>
              <a:t> </a:t>
            </a:r>
            <a:r>
              <a:rPr lang="pl-PL" sz="900" i="1" dirty="0" err="1"/>
              <a:t>Node</a:t>
            </a:r>
            <a:r>
              <a:rPr lang="pl-PL" sz="900" i="1" dirty="0"/>
              <a:t>(</a:t>
            </a:r>
            <a:r>
              <a:rPr lang="pl-PL" sz="900" i="1" dirty="0" err="1"/>
              <a:t>value</a:t>
            </a:r>
            <a:r>
              <a:rPr lang="pl-PL" sz="900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CCD02-4464-3CEE-22F4-A9894B756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rminator 7">
            <a:extLst>
              <a:ext uri="{FF2B5EF4-FFF2-40B4-BE49-F238E27FC236}">
                <a16:creationId xmlns:a16="http://schemas.microsoft.com/office/drawing/2014/main" id="{92E5BE7A-0603-9DBE-4BDE-044597044558}"/>
              </a:ext>
            </a:extLst>
          </p:cNvPr>
          <p:cNvSpPr/>
          <p:nvPr/>
        </p:nvSpPr>
        <p:spPr>
          <a:xfrm>
            <a:off x="2908460" y="1696828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9" name="Data 8">
            <a:extLst>
              <a:ext uri="{FF2B5EF4-FFF2-40B4-BE49-F238E27FC236}">
                <a16:creationId xmlns:a16="http://schemas.microsoft.com/office/drawing/2014/main" id="{CC1DF350-54A1-063A-FFFF-AF5AA5D071B7}"/>
              </a:ext>
            </a:extLst>
          </p:cNvPr>
          <p:cNvSpPr/>
          <p:nvPr/>
        </p:nvSpPr>
        <p:spPr>
          <a:xfrm>
            <a:off x="1957155" y="2134498"/>
            <a:ext cx="2588410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i="1" dirty="0"/>
              <a:t>index</a:t>
            </a:r>
          </a:p>
        </p:txBody>
      </p:sp>
      <p:sp>
        <p:nvSpPr>
          <p:cNvPr id="15" name="Process 14">
            <a:extLst>
              <a:ext uri="{FF2B5EF4-FFF2-40B4-BE49-F238E27FC236}">
                <a16:creationId xmlns:a16="http://schemas.microsoft.com/office/drawing/2014/main" id="{CC715BC2-D107-92DF-F66E-6AE42B1699EA}"/>
              </a:ext>
            </a:extLst>
          </p:cNvPr>
          <p:cNvSpPr/>
          <p:nvPr/>
        </p:nvSpPr>
        <p:spPr>
          <a:xfrm>
            <a:off x="5896702" y="6459751"/>
            <a:ext cx="872872" cy="22521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size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dirty="0" err="1"/>
              <a:t>size</a:t>
            </a:r>
            <a:r>
              <a:rPr lang="pl-PL" sz="900" dirty="0"/>
              <a:t> - 1</a:t>
            </a:r>
            <a:endParaRPr lang="pl-PL" sz="900" i="1" dirty="0"/>
          </a:p>
        </p:txBody>
      </p:sp>
      <p:sp>
        <p:nvSpPr>
          <p:cNvPr id="17" name="Decision 16">
            <a:extLst>
              <a:ext uri="{FF2B5EF4-FFF2-40B4-BE49-F238E27FC236}">
                <a16:creationId xmlns:a16="http://schemas.microsoft.com/office/drawing/2014/main" id="{8C628181-3561-6C82-0C51-63BED30ECBCF}"/>
              </a:ext>
            </a:extLst>
          </p:cNvPr>
          <p:cNvSpPr/>
          <p:nvPr/>
        </p:nvSpPr>
        <p:spPr>
          <a:xfrm>
            <a:off x="2434915" y="2594795"/>
            <a:ext cx="163289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0 &lt;= index</a:t>
            </a:r>
            <a:r>
              <a:rPr lang="pl-PL" sz="900" dirty="0"/>
              <a:t> &lt; </a:t>
            </a:r>
            <a:r>
              <a:rPr lang="pl-PL" sz="900" i="1" dirty="0" err="1"/>
              <a:t>size</a:t>
            </a:r>
            <a:endParaRPr lang="pl-PL" sz="900" i="1" dirty="0"/>
          </a:p>
        </p:txBody>
      </p:sp>
      <p:sp>
        <p:nvSpPr>
          <p:cNvPr id="19" name="Data 18">
            <a:extLst>
              <a:ext uri="{FF2B5EF4-FFF2-40B4-BE49-F238E27FC236}">
                <a16:creationId xmlns:a16="http://schemas.microsoft.com/office/drawing/2014/main" id="{D459FED9-D3EC-3DF0-5117-88617BB3E4F0}"/>
              </a:ext>
            </a:extLst>
          </p:cNvPr>
          <p:cNvSpPr/>
          <p:nvPr/>
        </p:nvSpPr>
        <p:spPr>
          <a:xfrm>
            <a:off x="365802" y="3209251"/>
            <a:ext cx="2636654" cy="30777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błąd</a:t>
            </a:r>
            <a:r>
              <a:rPr lang="en-US" sz="900" dirty="0"/>
              <a:t> o </a:t>
            </a:r>
            <a:r>
              <a:rPr lang="en-US" sz="900" dirty="0" err="1"/>
              <a:t>niedozwolonym</a:t>
            </a:r>
            <a:r>
              <a:rPr lang="en-US" sz="900" dirty="0"/>
              <a:t> </a:t>
            </a:r>
            <a:r>
              <a:rPr lang="en-US" sz="900" dirty="0" err="1"/>
              <a:t>indeksie</a:t>
            </a:r>
            <a:endParaRPr lang="en-US" sz="900" i="1" dirty="0"/>
          </a:p>
        </p:txBody>
      </p:sp>
      <p:sp>
        <p:nvSpPr>
          <p:cNvPr id="20" name="Terminator 19">
            <a:extLst>
              <a:ext uri="{FF2B5EF4-FFF2-40B4-BE49-F238E27FC236}">
                <a16:creationId xmlns:a16="http://schemas.microsoft.com/office/drawing/2014/main" id="{FBB3BFA6-3E32-3F24-7186-9E5056A37560}"/>
              </a:ext>
            </a:extLst>
          </p:cNvPr>
          <p:cNvSpPr/>
          <p:nvPr/>
        </p:nvSpPr>
        <p:spPr>
          <a:xfrm>
            <a:off x="4202665" y="7459514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93DACF30-D3EC-517A-5A32-86D13D18C9E0}"/>
              </a:ext>
            </a:extLst>
          </p:cNvPr>
          <p:cNvCxnSpPr>
            <a:cxnSpLocks/>
            <a:stCxn id="17" idx="3"/>
            <a:endCxn id="82" idx="0"/>
          </p:cNvCxnSpPr>
          <p:nvPr/>
        </p:nvCxnSpPr>
        <p:spPr>
          <a:xfrm>
            <a:off x="4067805" y="2757443"/>
            <a:ext cx="2722339" cy="29822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3030ECEF-B4FC-AAF7-1944-B1725E6E7E4B}"/>
              </a:ext>
            </a:extLst>
          </p:cNvPr>
          <p:cNvCxnSpPr>
            <a:cxnSpLocks/>
            <a:stCxn id="17" idx="1"/>
            <a:endCxn id="19" idx="1"/>
          </p:cNvCxnSpPr>
          <p:nvPr/>
        </p:nvCxnSpPr>
        <p:spPr>
          <a:xfrm rot="10800000" flipV="1">
            <a:off x="1684129" y="2757443"/>
            <a:ext cx="750786" cy="4518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9499852-869A-7A90-06B0-9690342FF15C}"/>
              </a:ext>
            </a:extLst>
          </p:cNvPr>
          <p:cNvCxnSpPr>
            <a:cxnSpLocks/>
            <a:stCxn id="9" idx="4"/>
            <a:endCxn id="17" idx="0"/>
          </p:cNvCxnSpPr>
          <p:nvPr/>
        </p:nvCxnSpPr>
        <p:spPr>
          <a:xfrm>
            <a:off x="3251360" y="2383443"/>
            <a:ext cx="0" cy="211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E21F2C1-62EF-F49A-81D2-FF9DCCF15C13}"/>
              </a:ext>
            </a:extLst>
          </p:cNvPr>
          <p:cNvCxnSpPr>
            <a:cxnSpLocks/>
            <a:stCxn id="8" idx="2"/>
            <a:endCxn id="9" idx="1"/>
          </p:cNvCxnSpPr>
          <p:nvPr/>
        </p:nvCxnSpPr>
        <p:spPr>
          <a:xfrm>
            <a:off x="3251360" y="1923142"/>
            <a:ext cx="0" cy="211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C7F85BB-8A5C-73CA-17C9-75F933E01ED0}"/>
              </a:ext>
            </a:extLst>
          </p:cNvPr>
          <p:cNvSpPr txBox="1"/>
          <p:nvPr/>
        </p:nvSpPr>
        <p:spPr>
          <a:xfrm>
            <a:off x="2059525" y="2489120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59C322-6140-A459-26A1-66FE6659E1FD}"/>
              </a:ext>
            </a:extLst>
          </p:cNvPr>
          <p:cNvSpPr txBox="1"/>
          <p:nvPr/>
        </p:nvSpPr>
        <p:spPr>
          <a:xfrm>
            <a:off x="4065855" y="248278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35" name="Process 34">
            <a:extLst>
              <a:ext uri="{FF2B5EF4-FFF2-40B4-BE49-F238E27FC236}">
                <a16:creationId xmlns:a16="http://schemas.microsoft.com/office/drawing/2014/main" id="{9295AF07-1CFD-8F14-BB44-F90A117BAE25}"/>
              </a:ext>
            </a:extLst>
          </p:cNvPr>
          <p:cNvSpPr/>
          <p:nvPr/>
        </p:nvSpPr>
        <p:spPr>
          <a:xfrm>
            <a:off x="8191408" y="3651609"/>
            <a:ext cx="1128906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dirty="0"/>
              <a:t> ← </a:t>
            </a:r>
            <a:r>
              <a:rPr lang="pl-PL" sz="900" i="1" dirty="0" err="1"/>
              <a:t>back</a:t>
            </a:r>
            <a:endParaRPr lang="pl-PL" sz="900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0</a:t>
            </a:r>
          </a:p>
        </p:txBody>
      </p:sp>
      <p:sp>
        <p:nvSpPr>
          <p:cNvPr id="36" name="Decision 35">
            <a:extLst>
              <a:ext uri="{FF2B5EF4-FFF2-40B4-BE49-F238E27FC236}">
                <a16:creationId xmlns:a16="http://schemas.microsoft.com/office/drawing/2014/main" id="{EC9E89AA-C804-BDB2-036C-026BB2FAF70F}"/>
              </a:ext>
            </a:extLst>
          </p:cNvPr>
          <p:cNvSpPr/>
          <p:nvPr/>
        </p:nvSpPr>
        <p:spPr>
          <a:xfrm>
            <a:off x="8191407" y="4203457"/>
            <a:ext cx="1128908" cy="42096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/>
              <a:t>index</a:t>
            </a:r>
          </a:p>
        </p:txBody>
      </p:sp>
      <p:sp>
        <p:nvSpPr>
          <p:cNvPr id="37" name="Process 36">
            <a:extLst>
              <a:ext uri="{FF2B5EF4-FFF2-40B4-BE49-F238E27FC236}">
                <a16:creationId xmlns:a16="http://schemas.microsoft.com/office/drawing/2014/main" id="{C26E1B67-1225-9DB4-6BCC-71B19248DBBC}"/>
              </a:ext>
            </a:extLst>
          </p:cNvPr>
          <p:cNvSpPr/>
          <p:nvPr/>
        </p:nvSpPr>
        <p:spPr>
          <a:xfrm>
            <a:off x="9320314" y="4787070"/>
            <a:ext cx="1401264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dirty="0"/>
              <a:t> ← </a:t>
            </a:r>
            <a:r>
              <a:rPr lang="pl-PL" sz="900" i="1" dirty="0" err="1"/>
              <a:t>current.next</a:t>
            </a:r>
            <a:endParaRPr lang="pl-PL" sz="900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</a:t>
            </a:r>
            <a:r>
              <a:rPr lang="pl-PL" sz="900" i="1" dirty="0"/>
              <a:t>i</a:t>
            </a:r>
            <a:r>
              <a:rPr lang="pl-PL" sz="900" dirty="0"/>
              <a:t> + 1</a:t>
            </a:r>
          </a:p>
        </p:txBody>
      </p:sp>
      <p:sp>
        <p:nvSpPr>
          <p:cNvPr id="38" name="Process 37">
            <a:extLst>
              <a:ext uri="{FF2B5EF4-FFF2-40B4-BE49-F238E27FC236}">
                <a16:creationId xmlns:a16="http://schemas.microsoft.com/office/drawing/2014/main" id="{5B9A467C-F200-F8DE-C3DD-7924BCDBE599}"/>
              </a:ext>
            </a:extLst>
          </p:cNvPr>
          <p:cNvSpPr/>
          <p:nvPr/>
        </p:nvSpPr>
        <p:spPr>
          <a:xfrm>
            <a:off x="6790143" y="4787069"/>
            <a:ext cx="1401264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node</a:t>
            </a:r>
            <a:r>
              <a:rPr lang="pl-PL" sz="900" dirty="0"/>
              <a:t> ← </a:t>
            </a:r>
            <a:r>
              <a:rPr lang="pl-PL" sz="900" i="1" dirty="0" err="1"/>
              <a:t>current.next</a:t>
            </a:r>
            <a:endParaRPr lang="pl-PL" sz="900" dirty="0"/>
          </a:p>
          <a:p>
            <a:pPr algn="ctr"/>
            <a:r>
              <a:rPr lang="pl-PL" sz="900" i="1" dirty="0" err="1"/>
              <a:t>current.next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node.next</a:t>
            </a:r>
            <a:endParaRPr lang="pl-PL" sz="900" dirty="0"/>
          </a:p>
        </p:txBody>
      </p: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259059EB-8B91-0B4C-0974-C8DFA98E9B88}"/>
              </a:ext>
            </a:extLst>
          </p:cNvPr>
          <p:cNvCxnSpPr>
            <a:cxnSpLocks/>
            <a:stCxn id="36" idx="3"/>
            <a:endCxn id="37" idx="0"/>
          </p:cNvCxnSpPr>
          <p:nvPr/>
        </p:nvCxnSpPr>
        <p:spPr>
          <a:xfrm>
            <a:off x="9320316" y="4413941"/>
            <a:ext cx="700631" cy="3731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C8134240-72C1-A32F-3136-356851A9B4F5}"/>
              </a:ext>
            </a:extLst>
          </p:cNvPr>
          <p:cNvCxnSpPr>
            <a:cxnSpLocks/>
            <a:stCxn id="37" idx="2"/>
            <a:endCxn id="36" idx="0"/>
          </p:cNvCxnSpPr>
          <p:nvPr/>
        </p:nvCxnSpPr>
        <p:spPr>
          <a:xfrm rot="5400000" flipH="1">
            <a:off x="8933950" y="4025370"/>
            <a:ext cx="908909" cy="1265085"/>
          </a:xfrm>
          <a:prstGeom prst="bentConnector5">
            <a:avLst>
              <a:gd name="adj1" fmla="val -25151"/>
              <a:gd name="adj2" fmla="val -71758"/>
              <a:gd name="adj3" fmla="val 1135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F82A00E-34C7-CCA4-241B-4DEA2B0E042B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>
            <a:off x="8755861" y="3976906"/>
            <a:ext cx="0" cy="226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252796A1-98DA-FCBC-5278-B8466BF10066}"/>
              </a:ext>
            </a:extLst>
          </p:cNvPr>
          <p:cNvCxnSpPr>
            <a:cxnSpLocks/>
            <a:stCxn id="36" idx="1"/>
            <a:endCxn id="38" idx="0"/>
          </p:cNvCxnSpPr>
          <p:nvPr/>
        </p:nvCxnSpPr>
        <p:spPr>
          <a:xfrm rot="10800000" flipV="1">
            <a:off x="7490775" y="4413940"/>
            <a:ext cx="700632" cy="3731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Decision 81">
            <a:extLst>
              <a:ext uri="{FF2B5EF4-FFF2-40B4-BE49-F238E27FC236}">
                <a16:creationId xmlns:a16="http://schemas.microsoft.com/office/drawing/2014/main" id="{BFCDFDE2-55A2-C856-7014-12B2AB627AEC}"/>
              </a:ext>
            </a:extLst>
          </p:cNvPr>
          <p:cNvSpPr/>
          <p:nvPr/>
        </p:nvSpPr>
        <p:spPr>
          <a:xfrm>
            <a:off x="6333139" y="3055665"/>
            <a:ext cx="914009" cy="38401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size</a:t>
            </a:r>
            <a:r>
              <a:rPr lang="pl-PL" sz="900" i="1" dirty="0"/>
              <a:t> &lt;&gt; 1</a:t>
            </a:r>
          </a:p>
        </p:txBody>
      </p:sp>
      <p:sp>
        <p:nvSpPr>
          <p:cNvPr id="83" name="Process 82">
            <a:extLst>
              <a:ext uri="{FF2B5EF4-FFF2-40B4-BE49-F238E27FC236}">
                <a16:creationId xmlns:a16="http://schemas.microsoft.com/office/drawing/2014/main" id="{0BFADD33-5B94-8524-41EE-7B723222E960}"/>
              </a:ext>
            </a:extLst>
          </p:cNvPr>
          <p:cNvSpPr/>
          <p:nvPr/>
        </p:nvSpPr>
        <p:spPr>
          <a:xfrm>
            <a:off x="4545565" y="3651609"/>
            <a:ext cx="1128906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node</a:t>
            </a:r>
            <a:r>
              <a:rPr lang="pl-PL" sz="900" dirty="0"/>
              <a:t> ← </a:t>
            </a:r>
            <a:r>
              <a:rPr lang="pl-PL" sz="900" i="1" dirty="0" err="1"/>
              <a:t>back</a:t>
            </a:r>
            <a:endParaRPr lang="pl-PL" sz="900" dirty="0"/>
          </a:p>
          <a:p>
            <a:pPr algn="ctr"/>
            <a:r>
              <a:rPr lang="pl-PL" sz="900" i="1" dirty="0" err="1"/>
              <a:t>back</a:t>
            </a:r>
            <a:r>
              <a:rPr lang="pl-PL" sz="900" dirty="0"/>
              <a:t> ← brak</a:t>
            </a:r>
          </a:p>
        </p:txBody>
      </p:sp>
      <p:sp>
        <p:nvSpPr>
          <p:cNvPr id="85" name="Data 84">
            <a:extLst>
              <a:ext uri="{FF2B5EF4-FFF2-40B4-BE49-F238E27FC236}">
                <a16:creationId xmlns:a16="http://schemas.microsoft.com/office/drawing/2014/main" id="{7C496915-8087-6D78-9F66-758C3992F089}"/>
              </a:ext>
            </a:extLst>
          </p:cNvPr>
          <p:cNvSpPr/>
          <p:nvPr/>
        </p:nvSpPr>
        <p:spPr>
          <a:xfrm>
            <a:off x="5349728" y="6872500"/>
            <a:ext cx="1966820" cy="225218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i="1" dirty="0" err="1"/>
              <a:t>node.value</a:t>
            </a:r>
            <a:endParaRPr lang="en-US" sz="900" i="1" dirty="0"/>
          </a:p>
        </p:txBody>
      </p: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6E819838-2B0E-63AD-4191-85FF584FECE6}"/>
              </a:ext>
            </a:extLst>
          </p:cNvPr>
          <p:cNvCxnSpPr>
            <a:stCxn id="82" idx="3"/>
            <a:endCxn id="35" idx="0"/>
          </p:cNvCxnSpPr>
          <p:nvPr/>
        </p:nvCxnSpPr>
        <p:spPr>
          <a:xfrm>
            <a:off x="7247147" y="3247675"/>
            <a:ext cx="1508714" cy="4039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Elbow Connector 98">
            <a:extLst>
              <a:ext uri="{FF2B5EF4-FFF2-40B4-BE49-F238E27FC236}">
                <a16:creationId xmlns:a16="http://schemas.microsoft.com/office/drawing/2014/main" id="{1D41739E-5C52-0D91-C41C-6481F9A6A889}"/>
              </a:ext>
            </a:extLst>
          </p:cNvPr>
          <p:cNvCxnSpPr>
            <a:cxnSpLocks/>
            <a:stCxn id="82" idx="1"/>
            <a:endCxn id="83" idx="0"/>
          </p:cNvCxnSpPr>
          <p:nvPr/>
        </p:nvCxnSpPr>
        <p:spPr>
          <a:xfrm rot="10800000" flipV="1">
            <a:off x="5110018" y="3247675"/>
            <a:ext cx="1223120" cy="4039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A696D135-0531-BCE2-C81A-9ACC109E2B33}"/>
              </a:ext>
            </a:extLst>
          </p:cNvPr>
          <p:cNvCxnSpPr>
            <a:cxnSpLocks/>
            <a:stCxn id="83" idx="2"/>
            <a:endCxn id="15" idx="0"/>
          </p:cNvCxnSpPr>
          <p:nvPr/>
        </p:nvCxnSpPr>
        <p:spPr>
          <a:xfrm rot="16200000" flipH="1">
            <a:off x="4480156" y="4606768"/>
            <a:ext cx="2482845" cy="1223120"/>
          </a:xfrm>
          <a:prstGeom prst="bentConnector3">
            <a:avLst>
              <a:gd name="adj1" fmla="val 924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Elbow Connector 116">
            <a:extLst>
              <a:ext uri="{FF2B5EF4-FFF2-40B4-BE49-F238E27FC236}">
                <a16:creationId xmlns:a16="http://schemas.microsoft.com/office/drawing/2014/main" id="{323AF5D8-6190-6561-21C5-1F4653F3F90D}"/>
              </a:ext>
            </a:extLst>
          </p:cNvPr>
          <p:cNvCxnSpPr>
            <a:stCxn id="85" idx="4"/>
            <a:endCxn id="20" idx="0"/>
          </p:cNvCxnSpPr>
          <p:nvPr/>
        </p:nvCxnSpPr>
        <p:spPr>
          <a:xfrm rot="5400000">
            <a:off x="5258454" y="6384830"/>
            <a:ext cx="361796" cy="178757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Elbow Connector 118">
            <a:extLst>
              <a:ext uri="{FF2B5EF4-FFF2-40B4-BE49-F238E27FC236}">
                <a16:creationId xmlns:a16="http://schemas.microsoft.com/office/drawing/2014/main" id="{217A3902-7F2A-A205-2D13-C0C65D977746}"/>
              </a:ext>
            </a:extLst>
          </p:cNvPr>
          <p:cNvCxnSpPr>
            <a:stCxn id="19" idx="4"/>
            <a:endCxn id="20" idx="0"/>
          </p:cNvCxnSpPr>
          <p:nvPr/>
        </p:nvCxnSpPr>
        <p:spPr>
          <a:xfrm rot="16200000" flipH="1">
            <a:off x="1143604" y="4057553"/>
            <a:ext cx="3942486" cy="2861436"/>
          </a:xfrm>
          <a:prstGeom prst="bentConnector3">
            <a:avLst>
              <a:gd name="adj1" fmla="val 9515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475C4FCD-5F74-0122-F8E6-20797965EA75}"/>
              </a:ext>
            </a:extLst>
          </p:cNvPr>
          <p:cNvSpPr txBox="1"/>
          <p:nvPr/>
        </p:nvSpPr>
        <p:spPr>
          <a:xfrm>
            <a:off x="7242606" y="2939356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7F4DB5C-5532-8BF8-573D-BF6134D07EF7}"/>
              </a:ext>
            </a:extLst>
          </p:cNvPr>
          <p:cNvSpPr txBox="1"/>
          <p:nvPr/>
        </p:nvSpPr>
        <p:spPr>
          <a:xfrm>
            <a:off x="9315771" y="4113889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1A9C61B-8833-73D9-2FDC-21594F57B821}"/>
              </a:ext>
            </a:extLst>
          </p:cNvPr>
          <p:cNvSpPr txBox="1"/>
          <p:nvPr/>
        </p:nvSpPr>
        <p:spPr>
          <a:xfrm>
            <a:off x="5929959" y="2953578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AD092D0-66AA-4884-1B3E-1FF4B0BF8596}"/>
              </a:ext>
            </a:extLst>
          </p:cNvPr>
          <p:cNvSpPr txBox="1"/>
          <p:nvPr/>
        </p:nvSpPr>
        <p:spPr>
          <a:xfrm>
            <a:off x="7750876" y="410446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7866032-757D-8009-BE45-85F73E7BD0DA}"/>
              </a:ext>
            </a:extLst>
          </p:cNvPr>
          <p:cNvCxnSpPr>
            <a:cxnSpLocks/>
            <a:stCxn id="15" idx="2"/>
            <a:endCxn id="85" idx="1"/>
          </p:cNvCxnSpPr>
          <p:nvPr/>
        </p:nvCxnSpPr>
        <p:spPr>
          <a:xfrm>
            <a:off x="6333138" y="6684969"/>
            <a:ext cx="0" cy="187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55129F9-D93E-6E9E-96E6-901D22AE3690}"/>
              </a:ext>
            </a:extLst>
          </p:cNvPr>
          <p:cNvSpPr txBox="1"/>
          <p:nvPr/>
        </p:nvSpPr>
        <p:spPr>
          <a:xfrm>
            <a:off x="447466" y="494810"/>
            <a:ext cx="2741328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3.6. Lista cykliczna.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90D16F-9082-19C9-9483-67047382A642}"/>
              </a:ext>
            </a:extLst>
          </p:cNvPr>
          <p:cNvSpPr txBox="1"/>
          <p:nvPr/>
        </p:nvSpPr>
        <p:spPr>
          <a:xfrm>
            <a:off x="447470" y="835080"/>
            <a:ext cx="489864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Usuwanie elementów (</a:t>
            </a:r>
            <a:r>
              <a:rPr lang="pl-PL" sz="2700" dirty="0" err="1"/>
              <a:t>remove</a:t>
            </a:r>
            <a:r>
              <a:rPr lang="pl-PL" sz="2700" dirty="0"/>
              <a:t>).</a:t>
            </a:r>
          </a:p>
        </p:txBody>
      </p:sp>
      <p:sp>
        <p:nvSpPr>
          <p:cNvPr id="14" name="Decision 13">
            <a:extLst>
              <a:ext uri="{FF2B5EF4-FFF2-40B4-BE49-F238E27FC236}">
                <a16:creationId xmlns:a16="http://schemas.microsoft.com/office/drawing/2014/main" id="{593A5B1B-B659-C6BC-9C3A-1927576F1259}"/>
              </a:ext>
            </a:extLst>
          </p:cNvPr>
          <p:cNvSpPr/>
          <p:nvPr/>
        </p:nvSpPr>
        <p:spPr>
          <a:xfrm>
            <a:off x="6864965" y="5295904"/>
            <a:ext cx="1250436" cy="42096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index</a:t>
            </a:r>
            <a:r>
              <a:rPr lang="pl-PL" sz="900" dirty="0"/>
              <a:t> = </a:t>
            </a:r>
            <a:r>
              <a:rPr lang="pl-PL" sz="900" i="1" dirty="0" err="1"/>
              <a:t>size</a:t>
            </a:r>
            <a:r>
              <a:rPr lang="pl-PL" sz="900" dirty="0"/>
              <a:t> - 1</a:t>
            </a:r>
            <a:endParaRPr lang="pl-PL" sz="900" i="1" dirty="0"/>
          </a:p>
        </p:txBody>
      </p:sp>
      <p:sp>
        <p:nvSpPr>
          <p:cNvPr id="16" name="Process 15">
            <a:extLst>
              <a:ext uri="{FF2B5EF4-FFF2-40B4-BE49-F238E27FC236}">
                <a16:creationId xmlns:a16="http://schemas.microsoft.com/office/drawing/2014/main" id="{94E6ABC9-7901-4D9F-6D3F-5C96E109EE41}"/>
              </a:ext>
            </a:extLst>
          </p:cNvPr>
          <p:cNvSpPr/>
          <p:nvPr/>
        </p:nvSpPr>
        <p:spPr>
          <a:xfrm>
            <a:off x="8115401" y="5874698"/>
            <a:ext cx="949351" cy="21520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back</a:t>
            </a:r>
            <a:r>
              <a:rPr lang="pl-PL" sz="900" dirty="0"/>
              <a:t> ← </a:t>
            </a:r>
            <a:r>
              <a:rPr lang="pl-PL" sz="900" i="1" dirty="0" err="1"/>
              <a:t>current</a:t>
            </a:r>
            <a:endParaRPr lang="pl-PL" sz="900" dirty="0"/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9D43D94F-A02E-14A4-E50E-969E323BB5B3}"/>
              </a:ext>
            </a:extLst>
          </p:cNvPr>
          <p:cNvCxnSpPr>
            <a:stCxn id="14" idx="3"/>
            <a:endCxn id="16" idx="0"/>
          </p:cNvCxnSpPr>
          <p:nvPr/>
        </p:nvCxnSpPr>
        <p:spPr>
          <a:xfrm>
            <a:off x="8115401" y="5506387"/>
            <a:ext cx="474676" cy="36831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DA4497F8-0C39-3BD2-59FD-4544CD8F6149}"/>
              </a:ext>
            </a:extLst>
          </p:cNvPr>
          <p:cNvCxnSpPr>
            <a:stCxn id="16" idx="2"/>
            <a:endCxn id="15" idx="0"/>
          </p:cNvCxnSpPr>
          <p:nvPr/>
        </p:nvCxnSpPr>
        <p:spPr>
          <a:xfrm rot="5400000">
            <a:off x="7276684" y="5146358"/>
            <a:ext cx="369848" cy="225693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B6F0E009-39C4-A4D0-A5EA-E6F039545C71}"/>
              </a:ext>
            </a:extLst>
          </p:cNvPr>
          <p:cNvCxnSpPr>
            <a:cxnSpLocks/>
            <a:stCxn id="14" idx="1"/>
            <a:endCxn id="15" idx="0"/>
          </p:cNvCxnSpPr>
          <p:nvPr/>
        </p:nvCxnSpPr>
        <p:spPr>
          <a:xfrm rot="10800000" flipV="1">
            <a:off x="6333139" y="5506387"/>
            <a:ext cx="531827" cy="95336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1E0C79C-1595-CF7F-FC55-B29C71C90F3D}"/>
              </a:ext>
            </a:extLst>
          </p:cNvPr>
          <p:cNvCxnSpPr>
            <a:stCxn id="38" idx="2"/>
            <a:endCxn id="14" idx="0"/>
          </p:cNvCxnSpPr>
          <p:nvPr/>
        </p:nvCxnSpPr>
        <p:spPr>
          <a:xfrm flipH="1">
            <a:off x="7490183" y="5112366"/>
            <a:ext cx="592" cy="1835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246F6853-1158-B0D3-F8A7-7372586760C7}"/>
              </a:ext>
            </a:extLst>
          </p:cNvPr>
          <p:cNvSpPr txBox="1"/>
          <p:nvPr/>
        </p:nvSpPr>
        <p:spPr>
          <a:xfrm>
            <a:off x="6482908" y="5195645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B8F0277-3BBA-8A8F-8E93-F5A06B9526FB}"/>
              </a:ext>
            </a:extLst>
          </p:cNvPr>
          <p:cNvSpPr txBox="1"/>
          <p:nvPr/>
        </p:nvSpPr>
        <p:spPr>
          <a:xfrm>
            <a:off x="8120955" y="5211169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</p:spTree>
    <p:extLst>
      <p:ext uri="{BB962C8B-B14F-4D97-AF65-F5344CB8AC3E}">
        <p14:creationId xmlns:p14="http://schemas.microsoft.com/office/powerpoint/2010/main" val="4155942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B0F98-C20B-83FB-1E6E-1932A67C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63AFD8-AF59-3DD4-8288-9FA7807EF03C}"/>
              </a:ext>
            </a:extLst>
          </p:cNvPr>
          <p:cNvSpPr txBox="1"/>
          <p:nvPr/>
        </p:nvSpPr>
        <p:spPr>
          <a:xfrm>
            <a:off x="447466" y="494810"/>
            <a:ext cx="2741328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3.6. Lista cykliczna.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B69628-67AC-0240-6BE8-F223AB30AEFD}"/>
              </a:ext>
            </a:extLst>
          </p:cNvPr>
          <p:cNvSpPr txBox="1"/>
          <p:nvPr/>
        </p:nvSpPr>
        <p:spPr>
          <a:xfrm>
            <a:off x="447470" y="835080"/>
            <a:ext cx="521476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Wyszukiwanie elementów (index).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32EFFCD9-1DB8-68F4-7DE8-91A62FECBBB8}"/>
              </a:ext>
            </a:extLst>
          </p:cNvPr>
          <p:cNvSpPr/>
          <p:nvPr/>
        </p:nvSpPr>
        <p:spPr>
          <a:xfrm>
            <a:off x="2908460" y="1683180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757D4FC2-72B8-20EE-ED90-3F45B48E37B3}"/>
              </a:ext>
            </a:extLst>
          </p:cNvPr>
          <p:cNvSpPr/>
          <p:nvPr/>
        </p:nvSpPr>
        <p:spPr>
          <a:xfrm>
            <a:off x="2469787" y="2120850"/>
            <a:ext cx="1563146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i="1" dirty="0"/>
              <a:t>value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2493EFB-6432-0C0C-28BB-B34D226138BF}"/>
              </a:ext>
            </a:extLst>
          </p:cNvPr>
          <p:cNvCxnSpPr>
            <a:cxnSpLocks/>
            <a:stCxn id="6" idx="2"/>
            <a:endCxn id="7" idx="1"/>
          </p:cNvCxnSpPr>
          <p:nvPr/>
        </p:nvCxnSpPr>
        <p:spPr>
          <a:xfrm>
            <a:off x="3251360" y="1909494"/>
            <a:ext cx="0" cy="211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Process 46">
            <a:extLst>
              <a:ext uri="{FF2B5EF4-FFF2-40B4-BE49-F238E27FC236}">
                <a16:creationId xmlns:a16="http://schemas.microsoft.com/office/drawing/2014/main" id="{E6798AC8-05E2-4C63-434D-9F8DE0666D5F}"/>
              </a:ext>
            </a:extLst>
          </p:cNvPr>
          <p:cNvSpPr/>
          <p:nvPr/>
        </p:nvSpPr>
        <p:spPr>
          <a:xfrm>
            <a:off x="2748600" y="2592726"/>
            <a:ext cx="1005520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back</a:t>
            </a:r>
            <a:endParaRPr lang="pl-PL" sz="900" i="1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0</a:t>
            </a:r>
            <a:endParaRPr lang="pl-PL" sz="900" i="1" dirty="0"/>
          </a:p>
        </p:txBody>
      </p:sp>
      <p:sp>
        <p:nvSpPr>
          <p:cNvPr id="48" name="Decision 47">
            <a:extLst>
              <a:ext uri="{FF2B5EF4-FFF2-40B4-BE49-F238E27FC236}">
                <a16:creationId xmlns:a16="http://schemas.microsoft.com/office/drawing/2014/main" id="{2779E637-99F8-161C-6B8B-1911D0882A59}"/>
              </a:ext>
            </a:extLst>
          </p:cNvPr>
          <p:cNvSpPr/>
          <p:nvPr/>
        </p:nvSpPr>
        <p:spPr>
          <a:xfrm>
            <a:off x="2686906" y="3140294"/>
            <a:ext cx="1128908" cy="42096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 err="1"/>
              <a:t>size</a:t>
            </a:r>
            <a:endParaRPr lang="pl-PL" sz="900" i="1" dirty="0"/>
          </a:p>
        </p:txBody>
      </p:sp>
      <p:sp>
        <p:nvSpPr>
          <p:cNvPr id="49" name="Data 48">
            <a:extLst>
              <a:ext uri="{FF2B5EF4-FFF2-40B4-BE49-F238E27FC236}">
                <a16:creationId xmlns:a16="http://schemas.microsoft.com/office/drawing/2014/main" id="{7115E62D-024A-1ECF-D797-0C6F65CD04CB}"/>
              </a:ext>
            </a:extLst>
          </p:cNvPr>
          <p:cNvSpPr/>
          <p:nvPr/>
        </p:nvSpPr>
        <p:spPr>
          <a:xfrm>
            <a:off x="899346" y="3783532"/>
            <a:ext cx="1381574" cy="226314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i="1" dirty="0"/>
              <a:t>-1</a:t>
            </a:r>
          </a:p>
        </p:txBody>
      </p:sp>
      <p:sp>
        <p:nvSpPr>
          <p:cNvPr id="50" name="Terminator 49">
            <a:extLst>
              <a:ext uri="{FF2B5EF4-FFF2-40B4-BE49-F238E27FC236}">
                <a16:creationId xmlns:a16="http://schemas.microsoft.com/office/drawing/2014/main" id="{7090A623-749A-54F1-60AF-2E528373C891}"/>
              </a:ext>
            </a:extLst>
          </p:cNvPr>
          <p:cNvSpPr/>
          <p:nvPr/>
        </p:nvSpPr>
        <p:spPr>
          <a:xfrm>
            <a:off x="1896796" y="4979904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sp>
        <p:nvSpPr>
          <p:cNvPr id="51" name="Decision 50">
            <a:extLst>
              <a:ext uri="{FF2B5EF4-FFF2-40B4-BE49-F238E27FC236}">
                <a16:creationId xmlns:a16="http://schemas.microsoft.com/office/drawing/2014/main" id="{6B6B73EF-8940-FB0A-D7FF-CAB8E54B24A1}"/>
              </a:ext>
            </a:extLst>
          </p:cNvPr>
          <p:cNvSpPr/>
          <p:nvPr/>
        </p:nvSpPr>
        <p:spPr>
          <a:xfrm>
            <a:off x="3964170" y="3783531"/>
            <a:ext cx="1927006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current.value</a:t>
            </a:r>
            <a:r>
              <a:rPr lang="pl-PL" sz="900" dirty="0"/>
              <a:t> &lt;&gt; </a:t>
            </a:r>
            <a:r>
              <a:rPr lang="pl-PL" sz="900" i="1" dirty="0" err="1"/>
              <a:t>value</a:t>
            </a:r>
            <a:endParaRPr lang="pl-PL" sz="900" i="1" dirty="0"/>
          </a:p>
        </p:txBody>
      </p:sp>
      <p:sp>
        <p:nvSpPr>
          <p:cNvPr id="52" name="Data 51">
            <a:extLst>
              <a:ext uri="{FF2B5EF4-FFF2-40B4-BE49-F238E27FC236}">
                <a16:creationId xmlns:a16="http://schemas.microsoft.com/office/drawing/2014/main" id="{FDD53778-43A2-F526-09FA-9FDC0031CD01}"/>
              </a:ext>
            </a:extLst>
          </p:cNvPr>
          <p:cNvSpPr/>
          <p:nvPr/>
        </p:nvSpPr>
        <p:spPr>
          <a:xfrm>
            <a:off x="2291426" y="4336678"/>
            <a:ext cx="1963914" cy="207180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(</a:t>
            </a:r>
            <a:r>
              <a:rPr lang="en-US" sz="900" i="1" dirty="0" err="1"/>
              <a:t>i</a:t>
            </a:r>
            <a:r>
              <a:rPr lang="en-US" sz="900" i="1" dirty="0"/>
              <a:t> </a:t>
            </a:r>
            <a:r>
              <a:rPr lang="en-US" sz="900" dirty="0"/>
              <a:t>- 1) mod </a:t>
            </a:r>
            <a:r>
              <a:rPr lang="en-US" sz="900" i="1" dirty="0"/>
              <a:t>size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F2453800-5AEC-F9A7-12A3-0BE815A56AC4}"/>
              </a:ext>
            </a:extLst>
          </p:cNvPr>
          <p:cNvCxnSpPr>
            <a:stCxn id="48" idx="3"/>
            <a:endCxn id="51" idx="0"/>
          </p:cNvCxnSpPr>
          <p:nvPr/>
        </p:nvCxnSpPr>
        <p:spPr>
          <a:xfrm>
            <a:off x="3815815" y="3350777"/>
            <a:ext cx="1111859" cy="4327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40149233-6BB4-35E9-98D5-016DBA6F982E}"/>
              </a:ext>
            </a:extLst>
          </p:cNvPr>
          <p:cNvCxnSpPr>
            <a:stCxn id="48" idx="1"/>
            <a:endCxn id="49" idx="1"/>
          </p:cNvCxnSpPr>
          <p:nvPr/>
        </p:nvCxnSpPr>
        <p:spPr>
          <a:xfrm rot="10800000" flipV="1">
            <a:off x="1590135" y="3350776"/>
            <a:ext cx="1096773" cy="43275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489463AB-A17F-4AD3-AAFE-9B19EA55545B}"/>
              </a:ext>
            </a:extLst>
          </p:cNvPr>
          <p:cNvCxnSpPr>
            <a:cxnSpLocks/>
            <a:endCxn id="52" idx="1"/>
          </p:cNvCxnSpPr>
          <p:nvPr/>
        </p:nvCxnSpPr>
        <p:spPr>
          <a:xfrm rot="10800000" flipV="1">
            <a:off x="3273383" y="3935264"/>
            <a:ext cx="690790" cy="4014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Process 61">
            <a:extLst>
              <a:ext uri="{FF2B5EF4-FFF2-40B4-BE49-F238E27FC236}">
                <a16:creationId xmlns:a16="http://schemas.microsoft.com/office/drawing/2014/main" id="{CDA12B7D-D59D-971F-D44E-CDAFCE04F2DD}"/>
              </a:ext>
            </a:extLst>
          </p:cNvPr>
          <p:cNvSpPr/>
          <p:nvPr/>
        </p:nvSpPr>
        <p:spPr>
          <a:xfrm>
            <a:off x="5892570" y="4336678"/>
            <a:ext cx="1341350" cy="35465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current.next</a:t>
            </a:r>
            <a:endParaRPr lang="pl-PL" sz="900" i="1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</a:t>
            </a:r>
            <a:r>
              <a:rPr lang="pl-PL" sz="900" i="1" dirty="0"/>
              <a:t>i</a:t>
            </a:r>
            <a:r>
              <a:rPr lang="pl-PL" sz="900" dirty="0"/>
              <a:t> + 1</a:t>
            </a:r>
            <a:endParaRPr lang="pl-PL" sz="900" i="1" dirty="0"/>
          </a:p>
        </p:txBody>
      </p: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50FB9CFC-7B93-4658-1B61-F6930D6DD41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5891177" y="3935264"/>
            <a:ext cx="672069" cy="4014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A7EAED4D-C478-4DB5-95DD-BC1636D7CA4C}"/>
              </a:ext>
            </a:extLst>
          </p:cNvPr>
          <p:cNvCxnSpPr>
            <a:stCxn id="62" idx="2"/>
            <a:endCxn id="48" idx="0"/>
          </p:cNvCxnSpPr>
          <p:nvPr/>
        </p:nvCxnSpPr>
        <p:spPr>
          <a:xfrm rot="5400000" flipH="1">
            <a:off x="4131782" y="2259873"/>
            <a:ext cx="1551042" cy="3311885"/>
          </a:xfrm>
          <a:prstGeom prst="bentConnector5">
            <a:avLst>
              <a:gd name="adj1" fmla="val -14738"/>
              <a:gd name="adj2" fmla="val -27544"/>
              <a:gd name="adj3" fmla="val 10949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D9492F00-9950-6CD5-3ACB-73A0100E9666}"/>
              </a:ext>
            </a:extLst>
          </p:cNvPr>
          <p:cNvCxnSpPr>
            <a:cxnSpLocks/>
            <a:stCxn id="52" idx="4"/>
            <a:endCxn id="50" idx="0"/>
          </p:cNvCxnSpPr>
          <p:nvPr/>
        </p:nvCxnSpPr>
        <p:spPr>
          <a:xfrm rot="5400000">
            <a:off x="2538517" y="4245038"/>
            <a:ext cx="436046" cy="103368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433DA7F5-2770-66F7-6FA1-DC269B7A91E1}"/>
              </a:ext>
            </a:extLst>
          </p:cNvPr>
          <p:cNvCxnSpPr>
            <a:stCxn id="49" idx="4"/>
            <a:endCxn id="50" idx="0"/>
          </p:cNvCxnSpPr>
          <p:nvPr/>
        </p:nvCxnSpPr>
        <p:spPr>
          <a:xfrm rot="16200000" flipH="1">
            <a:off x="1429885" y="4170093"/>
            <a:ext cx="970058" cy="649563"/>
          </a:xfrm>
          <a:prstGeom prst="bentConnector3">
            <a:avLst>
              <a:gd name="adj1" fmla="val 7775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E7C837F-80AB-29D9-E9B5-076A587AE82A}"/>
              </a:ext>
            </a:extLst>
          </p:cNvPr>
          <p:cNvSpPr txBox="1"/>
          <p:nvPr/>
        </p:nvSpPr>
        <p:spPr>
          <a:xfrm>
            <a:off x="5899910" y="364016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FE354EF-34C7-49BC-6125-9E7908BF3B13}"/>
              </a:ext>
            </a:extLst>
          </p:cNvPr>
          <p:cNvSpPr txBox="1"/>
          <p:nvPr/>
        </p:nvSpPr>
        <p:spPr>
          <a:xfrm>
            <a:off x="3553220" y="3636340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4C4D0AE-887B-127E-4118-F33A81E5CED6}"/>
              </a:ext>
            </a:extLst>
          </p:cNvPr>
          <p:cNvSpPr txBox="1"/>
          <p:nvPr/>
        </p:nvSpPr>
        <p:spPr>
          <a:xfrm>
            <a:off x="2207020" y="3041980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1D01EA9-C406-99C1-22B9-0B3BF7C1DAF2}"/>
              </a:ext>
            </a:extLst>
          </p:cNvPr>
          <p:cNvSpPr txBox="1"/>
          <p:nvPr/>
        </p:nvSpPr>
        <p:spPr>
          <a:xfrm>
            <a:off x="3786630" y="305088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2FA00AB-9D92-923E-45EA-A0252EFDCE3F}"/>
              </a:ext>
            </a:extLst>
          </p:cNvPr>
          <p:cNvCxnSpPr>
            <a:cxnSpLocks/>
            <a:stCxn id="7" idx="4"/>
            <a:endCxn id="47" idx="0"/>
          </p:cNvCxnSpPr>
          <p:nvPr/>
        </p:nvCxnSpPr>
        <p:spPr>
          <a:xfrm>
            <a:off x="3251360" y="2369795"/>
            <a:ext cx="0" cy="2229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092559B-01FD-44F2-49C1-3901CCB2D879}"/>
              </a:ext>
            </a:extLst>
          </p:cNvPr>
          <p:cNvCxnSpPr>
            <a:stCxn id="47" idx="2"/>
            <a:endCxn id="48" idx="0"/>
          </p:cNvCxnSpPr>
          <p:nvPr/>
        </p:nvCxnSpPr>
        <p:spPr>
          <a:xfrm>
            <a:off x="3251360" y="2918023"/>
            <a:ext cx="0" cy="2222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298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1388</TotalTime>
  <Words>243</Words>
  <Application>Microsoft Macintosh PowerPoint</Application>
  <PresentationFormat>Custom</PresentationFormat>
  <Paragraphs>76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21</cp:revision>
  <dcterms:created xsi:type="dcterms:W3CDTF">2025-11-30T19:03:59Z</dcterms:created>
  <dcterms:modified xsi:type="dcterms:W3CDTF">2026-01-03T18:00:01Z</dcterms:modified>
</cp:coreProperties>
</file>