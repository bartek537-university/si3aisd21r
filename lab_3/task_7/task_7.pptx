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sldIdLst>
    <p:sldId id="257" r:id="rId2"/>
    <p:sldId id="258" r:id="rId3"/>
    <p:sldId id="259" r:id="rId4"/>
  </p:sldIdLst>
  <p:sldSz cx="1371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95"/>
    <p:restoredTop sz="94665"/>
  </p:normalViewPr>
  <p:slideViewPr>
    <p:cSldViewPr snapToGrid="0">
      <p:cViewPr>
        <p:scale>
          <a:sx n="215" d="100"/>
          <a:sy n="215" d="100"/>
        </p:scale>
        <p:origin x="144" y="-1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496484"/>
            <a:ext cx="116586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4802717"/>
            <a:ext cx="10287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4224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92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2279653"/>
            <a:ext cx="1183005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6119286"/>
            <a:ext cx="1183005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66412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11025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486835"/>
            <a:ext cx="1183005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2241551"/>
            <a:ext cx="5802510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3340100"/>
            <a:ext cx="580251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2241551"/>
            <a:ext cx="58310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3340100"/>
            <a:ext cx="58310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86239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03268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10635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1316568"/>
            <a:ext cx="6943725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4843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1316568"/>
            <a:ext cx="6943725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32626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94866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486833"/>
            <a:ext cx="2957513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486833"/>
            <a:ext cx="8701088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05990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486835"/>
            <a:ext cx="1183005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2434167"/>
            <a:ext cx="1183005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0D1FC-2253-9541-B174-ECE369BAD33E}" type="datetimeFigureOut">
              <a:rPr lang="pl-PL" smtClean="0"/>
              <a:t>3.01.2026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8475136"/>
            <a:ext cx="46291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94217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rminator 5">
            <a:extLst>
              <a:ext uri="{FF2B5EF4-FFF2-40B4-BE49-F238E27FC236}">
                <a16:creationId xmlns:a16="http://schemas.microsoft.com/office/drawing/2014/main" id="{E402C046-98F0-65EE-8D76-B5C679C100EC}"/>
              </a:ext>
            </a:extLst>
          </p:cNvPr>
          <p:cNvSpPr/>
          <p:nvPr/>
        </p:nvSpPr>
        <p:spPr>
          <a:xfrm>
            <a:off x="2908460" y="1751419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B8A4C49B-7550-489B-FB16-6D52D32C7784}"/>
              </a:ext>
            </a:extLst>
          </p:cNvPr>
          <p:cNvSpPr/>
          <p:nvPr/>
        </p:nvSpPr>
        <p:spPr>
          <a:xfrm>
            <a:off x="1957155" y="2189089"/>
            <a:ext cx="2588410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i="1" dirty="0"/>
              <a:t>value</a:t>
            </a:r>
            <a:r>
              <a:rPr lang="en-US" sz="900" dirty="0"/>
              <a:t> </a:t>
            </a:r>
            <a:r>
              <a:rPr lang="en-US" sz="900" dirty="0" err="1"/>
              <a:t>oraz</a:t>
            </a:r>
            <a:r>
              <a:rPr lang="en-US" sz="900" dirty="0"/>
              <a:t> </a:t>
            </a:r>
            <a:r>
              <a:rPr lang="en-US" sz="900" i="1" dirty="0"/>
              <a:t>index</a:t>
            </a:r>
          </a:p>
        </p:txBody>
      </p:sp>
      <p:sp>
        <p:nvSpPr>
          <p:cNvPr id="11" name="Process 10">
            <a:extLst>
              <a:ext uri="{FF2B5EF4-FFF2-40B4-BE49-F238E27FC236}">
                <a16:creationId xmlns:a16="http://schemas.microsoft.com/office/drawing/2014/main" id="{857AD6E5-352F-8CCC-60B3-468DFF87EDD0}"/>
              </a:ext>
            </a:extLst>
          </p:cNvPr>
          <p:cNvSpPr/>
          <p:nvPr/>
        </p:nvSpPr>
        <p:spPr>
          <a:xfrm>
            <a:off x="4836721" y="3040613"/>
            <a:ext cx="1446514" cy="44645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node</a:t>
            </a:r>
            <a:r>
              <a:rPr lang="pl-PL" sz="900" dirty="0"/>
              <a:t> ← </a:t>
            </a:r>
            <a:r>
              <a:rPr lang="pl-PL" sz="900" i="1" dirty="0" err="1"/>
              <a:t>new</a:t>
            </a:r>
            <a:r>
              <a:rPr lang="pl-PL" sz="900" i="1" dirty="0"/>
              <a:t> </a:t>
            </a:r>
            <a:r>
              <a:rPr lang="pl-PL" sz="900" i="1" dirty="0" err="1"/>
              <a:t>Node</a:t>
            </a:r>
            <a:r>
              <a:rPr lang="pl-PL" sz="900" i="1" dirty="0"/>
              <a:t>(</a:t>
            </a:r>
            <a:r>
              <a:rPr lang="pl-PL" sz="900" i="1" dirty="0" err="1"/>
              <a:t>value</a:t>
            </a:r>
            <a:r>
              <a:rPr lang="pl-PL" sz="900" i="1" dirty="0"/>
              <a:t>) </a:t>
            </a:r>
            <a:r>
              <a:rPr lang="pl-PL" sz="900" i="1" dirty="0" err="1"/>
              <a:t>current</a:t>
            </a:r>
            <a:r>
              <a:rPr lang="pl-PL" sz="900" dirty="0"/>
              <a:t> ← </a:t>
            </a:r>
            <a:r>
              <a:rPr lang="pl-PL" sz="900" i="1" dirty="0" err="1"/>
              <a:t>sentinel</a:t>
            </a:r>
            <a:endParaRPr lang="pl-PL" sz="900" dirty="0"/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0</a:t>
            </a:r>
          </a:p>
        </p:txBody>
      </p:sp>
      <p:sp>
        <p:nvSpPr>
          <p:cNvPr id="3" name="Decision 2">
            <a:extLst>
              <a:ext uri="{FF2B5EF4-FFF2-40B4-BE49-F238E27FC236}">
                <a16:creationId xmlns:a16="http://schemas.microsoft.com/office/drawing/2014/main" id="{76C92572-49D9-695C-8EB7-A233D22C1643}"/>
              </a:ext>
            </a:extLst>
          </p:cNvPr>
          <p:cNvSpPr/>
          <p:nvPr/>
        </p:nvSpPr>
        <p:spPr>
          <a:xfrm>
            <a:off x="2434915" y="2649386"/>
            <a:ext cx="1632890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0 &lt;= index</a:t>
            </a:r>
            <a:r>
              <a:rPr lang="pl-PL" sz="900" dirty="0"/>
              <a:t> &lt;= </a:t>
            </a:r>
            <a:r>
              <a:rPr lang="pl-PL" sz="900" i="1" dirty="0" err="1"/>
              <a:t>size</a:t>
            </a:r>
            <a:endParaRPr lang="pl-PL" sz="900" i="1" dirty="0"/>
          </a:p>
        </p:txBody>
      </p:sp>
      <p:sp>
        <p:nvSpPr>
          <p:cNvPr id="10" name="Data 9">
            <a:extLst>
              <a:ext uri="{FF2B5EF4-FFF2-40B4-BE49-F238E27FC236}">
                <a16:creationId xmlns:a16="http://schemas.microsoft.com/office/drawing/2014/main" id="{941B053F-ADF1-4D14-4E38-723B0E557676}"/>
              </a:ext>
            </a:extLst>
          </p:cNvPr>
          <p:cNvSpPr/>
          <p:nvPr/>
        </p:nvSpPr>
        <p:spPr>
          <a:xfrm>
            <a:off x="365802" y="3263842"/>
            <a:ext cx="2636654" cy="30777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błąd</a:t>
            </a:r>
            <a:r>
              <a:rPr lang="en-US" sz="900" dirty="0"/>
              <a:t> o </a:t>
            </a:r>
            <a:r>
              <a:rPr lang="en-US" sz="900" dirty="0" err="1"/>
              <a:t>niedozwolonym</a:t>
            </a:r>
            <a:r>
              <a:rPr lang="en-US" sz="900" dirty="0"/>
              <a:t> </a:t>
            </a:r>
            <a:r>
              <a:rPr lang="en-US" sz="900" dirty="0" err="1"/>
              <a:t>indeksie</a:t>
            </a:r>
            <a:endParaRPr lang="en-US" sz="900" i="1" dirty="0"/>
          </a:p>
        </p:txBody>
      </p:sp>
      <p:sp>
        <p:nvSpPr>
          <p:cNvPr id="12" name="Terminator 11">
            <a:extLst>
              <a:ext uri="{FF2B5EF4-FFF2-40B4-BE49-F238E27FC236}">
                <a16:creationId xmlns:a16="http://schemas.microsoft.com/office/drawing/2014/main" id="{AC072F6A-A953-8511-E74F-55327FA2B930}"/>
              </a:ext>
            </a:extLst>
          </p:cNvPr>
          <p:cNvSpPr/>
          <p:nvPr/>
        </p:nvSpPr>
        <p:spPr>
          <a:xfrm>
            <a:off x="2917814" y="5363244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BF4274D8-4035-0C6D-69E3-F57164517EAC}"/>
              </a:ext>
            </a:extLst>
          </p:cNvPr>
          <p:cNvCxnSpPr>
            <a:cxnSpLocks/>
            <a:stCxn id="3" idx="3"/>
            <a:endCxn id="11" idx="0"/>
          </p:cNvCxnSpPr>
          <p:nvPr/>
        </p:nvCxnSpPr>
        <p:spPr>
          <a:xfrm>
            <a:off x="4067805" y="2812034"/>
            <a:ext cx="1492173" cy="2285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B5E9A302-2AC5-BE79-8F5D-A68C97D197A6}"/>
              </a:ext>
            </a:extLst>
          </p:cNvPr>
          <p:cNvCxnSpPr>
            <a:cxnSpLocks/>
            <a:stCxn id="3" idx="1"/>
            <a:endCxn id="10" idx="1"/>
          </p:cNvCxnSpPr>
          <p:nvPr/>
        </p:nvCxnSpPr>
        <p:spPr>
          <a:xfrm rot="10800000" flipV="1">
            <a:off x="1684129" y="2812034"/>
            <a:ext cx="750786" cy="4518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0812014-45F8-CB1B-AED8-FD42C0DC64F8}"/>
              </a:ext>
            </a:extLst>
          </p:cNvPr>
          <p:cNvCxnSpPr>
            <a:cxnSpLocks/>
            <a:stCxn id="7" idx="4"/>
            <a:endCxn id="3" idx="0"/>
          </p:cNvCxnSpPr>
          <p:nvPr/>
        </p:nvCxnSpPr>
        <p:spPr>
          <a:xfrm>
            <a:off x="3251360" y="2438034"/>
            <a:ext cx="0" cy="211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1256BDB-D9E9-8D39-B0B7-049772DCF42A}"/>
              </a:ext>
            </a:extLst>
          </p:cNvPr>
          <p:cNvCxnSpPr>
            <a:cxnSpLocks/>
            <a:stCxn id="6" idx="2"/>
            <a:endCxn id="7" idx="1"/>
          </p:cNvCxnSpPr>
          <p:nvPr/>
        </p:nvCxnSpPr>
        <p:spPr>
          <a:xfrm>
            <a:off x="3251360" y="1977733"/>
            <a:ext cx="0" cy="211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7CF9373-2BCB-5FE7-B0D0-E9C6B82DD15E}"/>
              </a:ext>
            </a:extLst>
          </p:cNvPr>
          <p:cNvSpPr txBox="1"/>
          <p:nvPr/>
        </p:nvSpPr>
        <p:spPr>
          <a:xfrm>
            <a:off x="2059525" y="254371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EF6E33-0998-92A8-01EB-A52ECAC39F52}"/>
              </a:ext>
            </a:extLst>
          </p:cNvPr>
          <p:cNvSpPr txBox="1"/>
          <p:nvPr/>
        </p:nvSpPr>
        <p:spPr>
          <a:xfrm>
            <a:off x="4065855" y="2537372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38" name="Decision 37">
            <a:extLst>
              <a:ext uri="{FF2B5EF4-FFF2-40B4-BE49-F238E27FC236}">
                <a16:creationId xmlns:a16="http://schemas.microsoft.com/office/drawing/2014/main" id="{6F1C3900-BF52-0712-F8EA-7A2CB3EC40DB}"/>
              </a:ext>
            </a:extLst>
          </p:cNvPr>
          <p:cNvSpPr/>
          <p:nvPr/>
        </p:nvSpPr>
        <p:spPr>
          <a:xfrm>
            <a:off x="4995524" y="3706139"/>
            <a:ext cx="1128908" cy="42096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&lt; </a:t>
            </a:r>
            <a:r>
              <a:rPr lang="pl-PL" sz="900" i="1" dirty="0"/>
              <a:t>index</a:t>
            </a:r>
          </a:p>
        </p:txBody>
      </p:sp>
      <p:sp>
        <p:nvSpPr>
          <p:cNvPr id="40" name="Process 39">
            <a:extLst>
              <a:ext uri="{FF2B5EF4-FFF2-40B4-BE49-F238E27FC236}">
                <a16:creationId xmlns:a16="http://schemas.microsoft.com/office/drawing/2014/main" id="{ABD84B1A-DFB0-C77D-8DE3-FB4E18899F71}"/>
              </a:ext>
            </a:extLst>
          </p:cNvPr>
          <p:cNvSpPr/>
          <p:nvPr/>
        </p:nvSpPr>
        <p:spPr>
          <a:xfrm>
            <a:off x="6124431" y="4289752"/>
            <a:ext cx="1401264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</a:t>
            </a:r>
            <a:r>
              <a:rPr lang="pl-PL" sz="900" dirty="0"/>
              <a:t> ← </a:t>
            </a:r>
            <a:r>
              <a:rPr lang="pl-PL" sz="900" i="1" dirty="0" err="1"/>
              <a:t>current.next</a:t>
            </a:r>
            <a:endParaRPr lang="pl-PL" sz="900" dirty="0"/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</a:t>
            </a:r>
            <a:r>
              <a:rPr lang="pl-PL" sz="900" i="1" dirty="0"/>
              <a:t>i</a:t>
            </a:r>
            <a:r>
              <a:rPr lang="pl-PL" sz="900" dirty="0"/>
              <a:t> + 1</a:t>
            </a:r>
          </a:p>
        </p:txBody>
      </p:sp>
      <p:sp>
        <p:nvSpPr>
          <p:cNvPr id="41" name="Process 40">
            <a:extLst>
              <a:ext uri="{FF2B5EF4-FFF2-40B4-BE49-F238E27FC236}">
                <a16:creationId xmlns:a16="http://schemas.microsoft.com/office/drawing/2014/main" id="{FA517E84-F15C-E9AF-5009-96500F5C6F04}"/>
              </a:ext>
            </a:extLst>
          </p:cNvPr>
          <p:cNvSpPr/>
          <p:nvPr/>
        </p:nvSpPr>
        <p:spPr>
          <a:xfrm>
            <a:off x="3313216" y="4261566"/>
            <a:ext cx="1682308" cy="75533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node.previous</a:t>
            </a:r>
            <a:r>
              <a:rPr lang="pl-PL" sz="900" dirty="0"/>
              <a:t> ← </a:t>
            </a:r>
            <a:r>
              <a:rPr lang="pl-PL" sz="900" i="1" dirty="0" err="1"/>
              <a:t>current</a:t>
            </a:r>
            <a:endParaRPr lang="pl-PL" sz="900" i="1" dirty="0"/>
          </a:p>
          <a:p>
            <a:pPr algn="ctr"/>
            <a:r>
              <a:rPr lang="pl-PL" sz="900" i="1" dirty="0" err="1"/>
              <a:t>node.next</a:t>
            </a:r>
            <a:r>
              <a:rPr lang="pl-PL" sz="900" dirty="0"/>
              <a:t> ← </a:t>
            </a:r>
            <a:r>
              <a:rPr lang="pl-PL" sz="900" i="1" dirty="0" err="1"/>
              <a:t>current.next</a:t>
            </a:r>
            <a:endParaRPr lang="pl-PL" sz="900" dirty="0"/>
          </a:p>
          <a:p>
            <a:pPr algn="ctr"/>
            <a:r>
              <a:rPr lang="pl-PL" sz="900" i="1" dirty="0" err="1"/>
              <a:t>current.next.previous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node</a:t>
            </a:r>
            <a:endParaRPr lang="pl-PL" sz="900" i="1" dirty="0"/>
          </a:p>
          <a:p>
            <a:pPr algn="ctr"/>
            <a:r>
              <a:rPr lang="pl-PL" sz="900" i="1" dirty="0" err="1"/>
              <a:t>current.next</a:t>
            </a:r>
            <a:r>
              <a:rPr lang="pl-PL" sz="900" dirty="0"/>
              <a:t> ← </a:t>
            </a:r>
            <a:r>
              <a:rPr lang="pl-PL" sz="900" dirty="0" err="1"/>
              <a:t>node</a:t>
            </a:r>
            <a:endParaRPr lang="pl-PL" sz="900" i="1" dirty="0"/>
          </a:p>
          <a:p>
            <a:pPr algn="ctr"/>
            <a:r>
              <a:rPr lang="pl-PL" sz="900" i="1" dirty="0" err="1"/>
              <a:t>size</a:t>
            </a:r>
            <a:r>
              <a:rPr lang="pl-PL" sz="900" dirty="0"/>
              <a:t> ← </a:t>
            </a:r>
            <a:r>
              <a:rPr lang="pl-PL" sz="900" i="1" dirty="0" err="1"/>
              <a:t>size</a:t>
            </a:r>
            <a:r>
              <a:rPr lang="pl-PL" sz="900" dirty="0"/>
              <a:t> + 1</a:t>
            </a:r>
            <a:endParaRPr lang="pl-PL" sz="900" i="1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B8CEA4F-FC15-5ED0-314D-860239F6EC8A}"/>
              </a:ext>
            </a:extLst>
          </p:cNvPr>
          <p:cNvCxnSpPr>
            <a:cxnSpLocks/>
            <a:stCxn id="11" idx="2"/>
            <a:endCxn id="38" idx="0"/>
          </p:cNvCxnSpPr>
          <p:nvPr/>
        </p:nvCxnSpPr>
        <p:spPr>
          <a:xfrm>
            <a:off x="5559978" y="3487070"/>
            <a:ext cx="0" cy="219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92690FDB-3AE0-EC50-E311-0B30A23F1E75}"/>
              </a:ext>
            </a:extLst>
          </p:cNvPr>
          <p:cNvCxnSpPr>
            <a:cxnSpLocks/>
            <a:stCxn id="38" idx="3"/>
            <a:endCxn id="40" idx="0"/>
          </p:cNvCxnSpPr>
          <p:nvPr/>
        </p:nvCxnSpPr>
        <p:spPr>
          <a:xfrm>
            <a:off x="6124433" y="3916623"/>
            <a:ext cx="700631" cy="3731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4865869D-F8DC-46C8-D442-905DF3AC6AF8}"/>
              </a:ext>
            </a:extLst>
          </p:cNvPr>
          <p:cNvCxnSpPr>
            <a:stCxn id="40" idx="2"/>
            <a:endCxn id="38" idx="0"/>
          </p:cNvCxnSpPr>
          <p:nvPr/>
        </p:nvCxnSpPr>
        <p:spPr>
          <a:xfrm rot="5400000" flipH="1">
            <a:off x="5738067" y="3528052"/>
            <a:ext cx="908909" cy="1265085"/>
          </a:xfrm>
          <a:prstGeom prst="bentConnector5">
            <a:avLst>
              <a:gd name="adj1" fmla="val -25151"/>
              <a:gd name="adj2" fmla="val -71758"/>
              <a:gd name="adj3" fmla="val 1135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AE01EB7F-7E76-AB06-B632-B5144FAAA99F}"/>
              </a:ext>
            </a:extLst>
          </p:cNvPr>
          <p:cNvCxnSpPr>
            <a:cxnSpLocks/>
            <a:stCxn id="38" idx="1"/>
            <a:endCxn id="41" idx="0"/>
          </p:cNvCxnSpPr>
          <p:nvPr/>
        </p:nvCxnSpPr>
        <p:spPr>
          <a:xfrm rot="10800000" flipV="1">
            <a:off x="4154370" y="3916622"/>
            <a:ext cx="841154" cy="3449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7FA81C9-A4C4-D998-538F-B5F90C70055D}"/>
              </a:ext>
            </a:extLst>
          </p:cNvPr>
          <p:cNvSpPr txBox="1"/>
          <p:nvPr/>
        </p:nvSpPr>
        <p:spPr>
          <a:xfrm>
            <a:off x="6090751" y="3660515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19CCFAE-96C1-C9DA-87A2-CA5BE0A19D7B}"/>
              </a:ext>
            </a:extLst>
          </p:cNvPr>
          <p:cNvSpPr txBox="1"/>
          <p:nvPr/>
        </p:nvSpPr>
        <p:spPr>
          <a:xfrm>
            <a:off x="4541622" y="3619557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ECE96A33-2B16-B8A7-A721-7C40B9C3C394}"/>
              </a:ext>
            </a:extLst>
          </p:cNvPr>
          <p:cNvCxnSpPr>
            <a:cxnSpLocks/>
            <a:stCxn id="41" idx="2"/>
            <a:endCxn id="12" idx="0"/>
          </p:cNvCxnSpPr>
          <p:nvPr/>
        </p:nvCxnSpPr>
        <p:spPr>
          <a:xfrm rot="5400000">
            <a:off x="3534368" y="4743242"/>
            <a:ext cx="346348" cy="8936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9F01DB3D-A737-CF00-CFB7-73BCAFEC5C42}"/>
              </a:ext>
            </a:extLst>
          </p:cNvPr>
          <p:cNvCxnSpPr>
            <a:stCxn id="10" idx="4"/>
            <a:endCxn id="12" idx="0"/>
          </p:cNvCxnSpPr>
          <p:nvPr/>
        </p:nvCxnSpPr>
        <p:spPr>
          <a:xfrm rot="16200000" flipH="1">
            <a:off x="1576609" y="3679138"/>
            <a:ext cx="1791625" cy="1576585"/>
          </a:xfrm>
          <a:prstGeom prst="bentConnector3">
            <a:avLst>
              <a:gd name="adj1" fmla="val 9010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F67BBC9-E9D9-BDDD-4EA5-F9E39D6F4DCD}"/>
              </a:ext>
            </a:extLst>
          </p:cNvPr>
          <p:cNvSpPr txBox="1"/>
          <p:nvPr/>
        </p:nvSpPr>
        <p:spPr>
          <a:xfrm>
            <a:off x="447466" y="494810"/>
            <a:ext cx="3317190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3.7. Lista z wartownikiem.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6C2D1D-B5E4-28DA-CE06-5339B549C37F}"/>
              </a:ext>
            </a:extLst>
          </p:cNvPr>
          <p:cNvSpPr txBox="1"/>
          <p:nvPr/>
        </p:nvSpPr>
        <p:spPr>
          <a:xfrm>
            <a:off x="447470" y="835080"/>
            <a:ext cx="484767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Dodawanie elementów (insert).</a:t>
            </a:r>
          </a:p>
        </p:txBody>
      </p:sp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CCD02-4464-3CEE-22F4-A9894B756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rminator 7">
            <a:extLst>
              <a:ext uri="{FF2B5EF4-FFF2-40B4-BE49-F238E27FC236}">
                <a16:creationId xmlns:a16="http://schemas.microsoft.com/office/drawing/2014/main" id="{92E5BE7A-0603-9DBE-4BDE-044597044558}"/>
              </a:ext>
            </a:extLst>
          </p:cNvPr>
          <p:cNvSpPr/>
          <p:nvPr/>
        </p:nvSpPr>
        <p:spPr>
          <a:xfrm>
            <a:off x="2908460" y="1696828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9" name="Data 8">
            <a:extLst>
              <a:ext uri="{FF2B5EF4-FFF2-40B4-BE49-F238E27FC236}">
                <a16:creationId xmlns:a16="http://schemas.microsoft.com/office/drawing/2014/main" id="{CC1DF350-54A1-063A-FFFF-AF5AA5D071B7}"/>
              </a:ext>
            </a:extLst>
          </p:cNvPr>
          <p:cNvSpPr/>
          <p:nvPr/>
        </p:nvSpPr>
        <p:spPr>
          <a:xfrm>
            <a:off x="2373632" y="2134498"/>
            <a:ext cx="1755456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i="1" dirty="0"/>
              <a:t>index</a:t>
            </a:r>
          </a:p>
        </p:txBody>
      </p:sp>
      <p:sp>
        <p:nvSpPr>
          <p:cNvPr id="17" name="Decision 16">
            <a:extLst>
              <a:ext uri="{FF2B5EF4-FFF2-40B4-BE49-F238E27FC236}">
                <a16:creationId xmlns:a16="http://schemas.microsoft.com/office/drawing/2014/main" id="{8C628181-3561-6C82-0C51-63BED30ECBCF}"/>
              </a:ext>
            </a:extLst>
          </p:cNvPr>
          <p:cNvSpPr/>
          <p:nvPr/>
        </p:nvSpPr>
        <p:spPr>
          <a:xfrm>
            <a:off x="2434915" y="2594795"/>
            <a:ext cx="1632890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0 &lt;= index</a:t>
            </a:r>
            <a:r>
              <a:rPr lang="pl-PL" sz="900" dirty="0"/>
              <a:t> &lt; </a:t>
            </a:r>
            <a:r>
              <a:rPr lang="pl-PL" sz="900" i="1" dirty="0" err="1"/>
              <a:t>size</a:t>
            </a:r>
            <a:endParaRPr lang="pl-PL" sz="900" i="1" dirty="0"/>
          </a:p>
        </p:txBody>
      </p:sp>
      <p:sp>
        <p:nvSpPr>
          <p:cNvPr id="19" name="Data 18">
            <a:extLst>
              <a:ext uri="{FF2B5EF4-FFF2-40B4-BE49-F238E27FC236}">
                <a16:creationId xmlns:a16="http://schemas.microsoft.com/office/drawing/2014/main" id="{D459FED9-D3EC-3DF0-5117-88617BB3E4F0}"/>
              </a:ext>
            </a:extLst>
          </p:cNvPr>
          <p:cNvSpPr/>
          <p:nvPr/>
        </p:nvSpPr>
        <p:spPr>
          <a:xfrm>
            <a:off x="365802" y="3209251"/>
            <a:ext cx="2636654" cy="30777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dirty="0" err="1"/>
              <a:t>błąd</a:t>
            </a:r>
            <a:r>
              <a:rPr lang="en-US" sz="900" dirty="0"/>
              <a:t> o </a:t>
            </a:r>
            <a:r>
              <a:rPr lang="en-US" sz="900" dirty="0" err="1"/>
              <a:t>niedozwolonym</a:t>
            </a:r>
            <a:r>
              <a:rPr lang="en-US" sz="900" dirty="0"/>
              <a:t> </a:t>
            </a:r>
            <a:r>
              <a:rPr lang="en-US" sz="900" dirty="0" err="1"/>
              <a:t>indeksie</a:t>
            </a:r>
            <a:endParaRPr lang="en-US" sz="900" i="1" dirty="0"/>
          </a:p>
        </p:txBody>
      </p:sp>
      <p:sp>
        <p:nvSpPr>
          <p:cNvPr id="20" name="Terminator 19">
            <a:extLst>
              <a:ext uri="{FF2B5EF4-FFF2-40B4-BE49-F238E27FC236}">
                <a16:creationId xmlns:a16="http://schemas.microsoft.com/office/drawing/2014/main" id="{FBB3BFA6-3E32-3F24-7186-9E5056A37560}"/>
              </a:ext>
            </a:extLst>
          </p:cNvPr>
          <p:cNvSpPr/>
          <p:nvPr/>
        </p:nvSpPr>
        <p:spPr>
          <a:xfrm>
            <a:off x="3251360" y="5750562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3030ECEF-B4FC-AAF7-1944-B1725E6E7E4B}"/>
              </a:ext>
            </a:extLst>
          </p:cNvPr>
          <p:cNvCxnSpPr>
            <a:cxnSpLocks/>
            <a:stCxn id="17" idx="1"/>
            <a:endCxn id="19" idx="1"/>
          </p:cNvCxnSpPr>
          <p:nvPr/>
        </p:nvCxnSpPr>
        <p:spPr>
          <a:xfrm rot="10800000" flipV="1">
            <a:off x="1684129" y="2757443"/>
            <a:ext cx="750786" cy="4518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9499852-869A-7A90-06B0-9690342FF15C}"/>
              </a:ext>
            </a:extLst>
          </p:cNvPr>
          <p:cNvCxnSpPr>
            <a:cxnSpLocks/>
            <a:stCxn id="9" idx="4"/>
            <a:endCxn id="17" idx="0"/>
          </p:cNvCxnSpPr>
          <p:nvPr/>
        </p:nvCxnSpPr>
        <p:spPr>
          <a:xfrm>
            <a:off x="3251360" y="2383443"/>
            <a:ext cx="0" cy="211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E21F2C1-62EF-F49A-81D2-FF9DCCF15C13}"/>
              </a:ext>
            </a:extLst>
          </p:cNvPr>
          <p:cNvCxnSpPr>
            <a:cxnSpLocks/>
            <a:stCxn id="8" idx="2"/>
            <a:endCxn id="9" idx="1"/>
          </p:cNvCxnSpPr>
          <p:nvPr/>
        </p:nvCxnSpPr>
        <p:spPr>
          <a:xfrm>
            <a:off x="3251360" y="1923142"/>
            <a:ext cx="0" cy="211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C7F85BB-8A5C-73CA-17C9-75F933E01ED0}"/>
              </a:ext>
            </a:extLst>
          </p:cNvPr>
          <p:cNvSpPr txBox="1"/>
          <p:nvPr/>
        </p:nvSpPr>
        <p:spPr>
          <a:xfrm>
            <a:off x="2059525" y="2489120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59C322-6140-A459-26A1-66FE6659E1FD}"/>
              </a:ext>
            </a:extLst>
          </p:cNvPr>
          <p:cNvSpPr txBox="1"/>
          <p:nvPr/>
        </p:nvSpPr>
        <p:spPr>
          <a:xfrm>
            <a:off x="4065855" y="2482781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35" name="Process 34">
            <a:extLst>
              <a:ext uri="{FF2B5EF4-FFF2-40B4-BE49-F238E27FC236}">
                <a16:creationId xmlns:a16="http://schemas.microsoft.com/office/drawing/2014/main" id="{9295AF07-1CFD-8F14-BB44-F90A117BAE25}"/>
              </a:ext>
            </a:extLst>
          </p:cNvPr>
          <p:cNvSpPr/>
          <p:nvPr/>
        </p:nvSpPr>
        <p:spPr>
          <a:xfrm>
            <a:off x="5530353" y="3203274"/>
            <a:ext cx="1128906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</a:t>
            </a:r>
            <a:r>
              <a:rPr lang="pl-PL" sz="900" dirty="0"/>
              <a:t> ← </a:t>
            </a:r>
            <a:r>
              <a:rPr lang="pl-PL" sz="900" i="1" dirty="0" err="1"/>
              <a:t>sentinel</a:t>
            </a:r>
            <a:endParaRPr lang="pl-PL" sz="900" dirty="0"/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0</a:t>
            </a:r>
          </a:p>
        </p:txBody>
      </p:sp>
      <p:sp>
        <p:nvSpPr>
          <p:cNvPr id="36" name="Decision 35">
            <a:extLst>
              <a:ext uri="{FF2B5EF4-FFF2-40B4-BE49-F238E27FC236}">
                <a16:creationId xmlns:a16="http://schemas.microsoft.com/office/drawing/2014/main" id="{EC9E89AA-C804-BDB2-036C-026BB2FAF70F}"/>
              </a:ext>
            </a:extLst>
          </p:cNvPr>
          <p:cNvSpPr/>
          <p:nvPr/>
        </p:nvSpPr>
        <p:spPr>
          <a:xfrm>
            <a:off x="5530352" y="3755122"/>
            <a:ext cx="1128908" cy="42096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&lt; </a:t>
            </a:r>
            <a:r>
              <a:rPr lang="pl-PL" sz="900" i="1" dirty="0"/>
              <a:t>index</a:t>
            </a:r>
          </a:p>
        </p:txBody>
      </p:sp>
      <p:sp>
        <p:nvSpPr>
          <p:cNvPr id="37" name="Process 36">
            <a:extLst>
              <a:ext uri="{FF2B5EF4-FFF2-40B4-BE49-F238E27FC236}">
                <a16:creationId xmlns:a16="http://schemas.microsoft.com/office/drawing/2014/main" id="{C26E1B67-1225-9DB4-6BCC-71B19248DBBC}"/>
              </a:ext>
            </a:extLst>
          </p:cNvPr>
          <p:cNvSpPr/>
          <p:nvPr/>
        </p:nvSpPr>
        <p:spPr>
          <a:xfrm>
            <a:off x="6659259" y="4338735"/>
            <a:ext cx="1401264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</a:t>
            </a:r>
            <a:r>
              <a:rPr lang="pl-PL" sz="900" dirty="0"/>
              <a:t> ← </a:t>
            </a:r>
            <a:r>
              <a:rPr lang="pl-PL" sz="900" i="1" dirty="0" err="1"/>
              <a:t>current.next</a:t>
            </a:r>
            <a:endParaRPr lang="pl-PL" sz="900" dirty="0"/>
          </a:p>
          <a:p>
            <a:pPr algn="ctr"/>
            <a:r>
              <a:rPr lang="pl-PL" sz="900" i="1" dirty="0"/>
              <a:t>i </a:t>
            </a:r>
            <a:r>
              <a:rPr lang="pl-PL" sz="900" dirty="0"/>
              <a:t>← </a:t>
            </a:r>
            <a:r>
              <a:rPr lang="pl-PL" sz="900" i="1" dirty="0"/>
              <a:t>i</a:t>
            </a:r>
            <a:r>
              <a:rPr lang="pl-PL" sz="900" dirty="0"/>
              <a:t> + 1</a:t>
            </a:r>
          </a:p>
        </p:txBody>
      </p:sp>
      <p:sp>
        <p:nvSpPr>
          <p:cNvPr id="38" name="Process 37">
            <a:extLst>
              <a:ext uri="{FF2B5EF4-FFF2-40B4-BE49-F238E27FC236}">
                <a16:creationId xmlns:a16="http://schemas.microsoft.com/office/drawing/2014/main" id="{5B9A467C-F200-F8DE-C3DD-7924BCDBE599}"/>
              </a:ext>
            </a:extLst>
          </p:cNvPr>
          <p:cNvSpPr/>
          <p:nvPr/>
        </p:nvSpPr>
        <p:spPr>
          <a:xfrm>
            <a:off x="3942608" y="4338734"/>
            <a:ext cx="1626926" cy="58358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node</a:t>
            </a:r>
            <a:r>
              <a:rPr lang="pl-PL" sz="900" dirty="0"/>
              <a:t> ← </a:t>
            </a:r>
            <a:r>
              <a:rPr lang="pl-PL" sz="900" i="1" dirty="0" err="1"/>
              <a:t>current.next</a:t>
            </a:r>
            <a:endParaRPr lang="pl-PL" sz="900" i="1" dirty="0"/>
          </a:p>
          <a:p>
            <a:pPr algn="ctr"/>
            <a:r>
              <a:rPr lang="pl-PL" sz="900" i="1" dirty="0" err="1"/>
              <a:t>node.next.previous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current</a:t>
            </a:r>
            <a:endParaRPr lang="pl-PL" sz="900" dirty="0"/>
          </a:p>
          <a:p>
            <a:pPr algn="ctr"/>
            <a:r>
              <a:rPr lang="pl-PL" sz="900" i="1" dirty="0" err="1"/>
              <a:t>current.next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node.next</a:t>
            </a:r>
            <a:endParaRPr lang="pl-PL" sz="900" i="1" dirty="0"/>
          </a:p>
          <a:p>
            <a:pPr algn="ctr"/>
            <a:r>
              <a:rPr lang="pl-PL" sz="900" i="1" dirty="0" err="1"/>
              <a:t>size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size</a:t>
            </a:r>
            <a:r>
              <a:rPr lang="pl-PL" sz="900" dirty="0"/>
              <a:t> - 1</a:t>
            </a:r>
            <a:endParaRPr lang="pl-PL" sz="900" i="1" dirty="0"/>
          </a:p>
        </p:txBody>
      </p: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259059EB-8B91-0B4C-0974-C8DFA98E9B88}"/>
              </a:ext>
            </a:extLst>
          </p:cNvPr>
          <p:cNvCxnSpPr>
            <a:cxnSpLocks/>
            <a:stCxn id="36" idx="3"/>
            <a:endCxn id="37" idx="0"/>
          </p:cNvCxnSpPr>
          <p:nvPr/>
        </p:nvCxnSpPr>
        <p:spPr>
          <a:xfrm>
            <a:off x="6659261" y="3965606"/>
            <a:ext cx="700631" cy="3731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C8134240-72C1-A32F-3136-356851A9B4F5}"/>
              </a:ext>
            </a:extLst>
          </p:cNvPr>
          <p:cNvCxnSpPr>
            <a:cxnSpLocks/>
            <a:stCxn id="37" idx="2"/>
            <a:endCxn id="36" idx="0"/>
          </p:cNvCxnSpPr>
          <p:nvPr/>
        </p:nvCxnSpPr>
        <p:spPr>
          <a:xfrm rot="5400000" flipH="1">
            <a:off x="6272895" y="3577035"/>
            <a:ext cx="908909" cy="1265085"/>
          </a:xfrm>
          <a:prstGeom prst="bentConnector5">
            <a:avLst>
              <a:gd name="adj1" fmla="val -25151"/>
              <a:gd name="adj2" fmla="val -71758"/>
              <a:gd name="adj3" fmla="val 1135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F82A00E-34C7-CCA4-241B-4DEA2B0E042B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>
          <a:xfrm>
            <a:off x="6094806" y="3528571"/>
            <a:ext cx="0" cy="226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252796A1-98DA-FCBC-5278-B8466BF10066}"/>
              </a:ext>
            </a:extLst>
          </p:cNvPr>
          <p:cNvCxnSpPr>
            <a:cxnSpLocks/>
            <a:stCxn id="36" idx="1"/>
            <a:endCxn id="38" idx="0"/>
          </p:cNvCxnSpPr>
          <p:nvPr/>
        </p:nvCxnSpPr>
        <p:spPr>
          <a:xfrm rot="10800000" flipV="1">
            <a:off x="4756072" y="3965604"/>
            <a:ext cx="774281" cy="3731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Data 84">
            <a:extLst>
              <a:ext uri="{FF2B5EF4-FFF2-40B4-BE49-F238E27FC236}">
                <a16:creationId xmlns:a16="http://schemas.microsoft.com/office/drawing/2014/main" id="{7C496915-8087-6D78-9F66-758C3992F089}"/>
              </a:ext>
            </a:extLst>
          </p:cNvPr>
          <p:cNvSpPr/>
          <p:nvPr/>
        </p:nvSpPr>
        <p:spPr>
          <a:xfrm>
            <a:off x="3772661" y="5117486"/>
            <a:ext cx="1966820" cy="225218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i="1" dirty="0" err="1"/>
              <a:t>node.value</a:t>
            </a:r>
            <a:endParaRPr lang="en-US" sz="900" i="1" dirty="0"/>
          </a:p>
        </p:txBody>
      </p:sp>
      <p:cxnSp>
        <p:nvCxnSpPr>
          <p:cNvPr id="117" name="Elbow Connector 116">
            <a:extLst>
              <a:ext uri="{FF2B5EF4-FFF2-40B4-BE49-F238E27FC236}">
                <a16:creationId xmlns:a16="http://schemas.microsoft.com/office/drawing/2014/main" id="{323AF5D8-6190-6561-21C5-1F4653F3F90D}"/>
              </a:ext>
            </a:extLst>
          </p:cNvPr>
          <p:cNvCxnSpPr>
            <a:stCxn id="85" idx="4"/>
            <a:endCxn id="20" idx="0"/>
          </p:cNvCxnSpPr>
          <p:nvPr/>
        </p:nvCxnSpPr>
        <p:spPr>
          <a:xfrm rot="5400000">
            <a:off x="3971237" y="4965728"/>
            <a:ext cx="407858" cy="116181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Elbow Connector 118">
            <a:extLst>
              <a:ext uri="{FF2B5EF4-FFF2-40B4-BE49-F238E27FC236}">
                <a16:creationId xmlns:a16="http://schemas.microsoft.com/office/drawing/2014/main" id="{217A3902-7F2A-A205-2D13-C0C65D977746}"/>
              </a:ext>
            </a:extLst>
          </p:cNvPr>
          <p:cNvCxnSpPr>
            <a:stCxn id="19" idx="4"/>
            <a:endCxn id="20" idx="0"/>
          </p:cNvCxnSpPr>
          <p:nvPr/>
        </p:nvCxnSpPr>
        <p:spPr>
          <a:xfrm rot="16200000" flipH="1">
            <a:off x="1522427" y="3678729"/>
            <a:ext cx="2233534" cy="1910131"/>
          </a:xfrm>
          <a:prstGeom prst="bentConnector3">
            <a:avLst>
              <a:gd name="adj1" fmla="val 9120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47F4DB5C-5532-8BF8-573D-BF6134D07EF7}"/>
              </a:ext>
            </a:extLst>
          </p:cNvPr>
          <p:cNvSpPr txBox="1"/>
          <p:nvPr/>
        </p:nvSpPr>
        <p:spPr>
          <a:xfrm>
            <a:off x="6654716" y="3665554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AD092D0-66AA-4884-1B3E-1FF4B0BF8596}"/>
              </a:ext>
            </a:extLst>
          </p:cNvPr>
          <p:cNvSpPr txBox="1"/>
          <p:nvPr/>
        </p:nvSpPr>
        <p:spPr>
          <a:xfrm>
            <a:off x="5089821" y="3656126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E3B688-A3B0-4A8A-01DB-86F92359413D}"/>
              </a:ext>
            </a:extLst>
          </p:cNvPr>
          <p:cNvSpPr txBox="1"/>
          <p:nvPr/>
        </p:nvSpPr>
        <p:spPr>
          <a:xfrm>
            <a:off x="447466" y="494810"/>
            <a:ext cx="3317190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3.7. Lista z wartownikiem.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A7D4E6-DD4B-DCB3-A4DA-D70D0740AE70}"/>
              </a:ext>
            </a:extLst>
          </p:cNvPr>
          <p:cNvSpPr txBox="1"/>
          <p:nvPr/>
        </p:nvSpPr>
        <p:spPr>
          <a:xfrm>
            <a:off x="447470" y="835080"/>
            <a:ext cx="489864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Usuwanie elementów (</a:t>
            </a:r>
            <a:r>
              <a:rPr lang="pl-PL" sz="2700" dirty="0" err="1"/>
              <a:t>remove</a:t>
            </a:r>
            <a:r>
              <a:rPr lang="pl-PL" sz="2700" dirty="0"/>
              <a:t>).</a:t>
            </a:r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EA834598-2306-4421-6D18-A5AA2EBF9764}"/>
              </a:ext>
            </a:extLst>
          </p:cNvPr>
          <p:cNvCxnSpPr>
            <a:stCxn id="17" idx="3"/>
            <a:endCxn id="35" idx="0"/>
          </p:cNvCxnSpPr>
          <p:nvPr/>
        </p:nvCxnSpPr>
        <p:spPr>
          <a:xfrm>
            <a:off x="4067805" y="2757443"/>
            <a:ext cx="2027001" cy="4458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F014F4F-1AFE-BF66-F2B1-6A768B3CDE28}"/>
              </a:ext>
            </a:extLst>
          </p:cNvPr>
          <p:cNvCxnSpPr>
            <a:stCxn id="38" idx="2"/>
            <a:endCxn id="85" idx="1"/>
          </p:cNvCxnSpPr>
          <p:nvPr/>
        </p:nvCxnSpPr>
        <p:spPr>
          <a:xfrm>
            <a:off x="4756071" y="4922321"/>
            <a:ext cx="0" cy="195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942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B0F98-C20B-83FB-1E6E-1932A67C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63AFD8-AF59-3DD4-8288-9FA7807EF03C}"/>
              </a:ext>
            </a:extLst>
          </p:cNvPr>
          <p:cNvSpPr txBox="1"/>
          <p:nvPr/>
        </p:nvSpPr>
        <p:spPr>
          <a:xfrm>
            <a:off x="447466" y="494810"/>
            <a:ext cx="3317190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3.7. Lista z wartownikiem.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B69628-67AC-0240-6BE8-F223AB30AEFD}"/>
              </a:ext>
            </a:extLst>
          </p:cNvPr>
          <p:cNvSpPr txBox="1"/>
          <p:nvPr/>
        </p:nvSpPr>
        <p:spPr>
          <a:xfrm>
            <a:off x="447470" y="835080"/>
            <a:ext cx="521476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700" dirty="0"/>
              <a:t>Wyszukiwanie elementów (index).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32EFFCD9-1DB8-68F4-7DE8-91A62FECBBB8}"/>
              </a:ext>
            </a:extLst>
          </p:cNvPr>
          <p:cNvSpPr/>
          <p:nvPr/>
        </p:nvSpPr>
        <p:spPr>
          <a:xfrm>
            <a:off x="2908460" y="1683180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757D4FC2-72B8-20EE-ED90-3F45B48E37B3}"/>
              </a:ext>
            </a:extLst>
          </p:cNvPr>
          <p:cNvSpPr/>
          <p:nvPr/>
        </p:nvSpPr>
        <p:spPr>
          <a:xfrm>
            <a:off x="2469787" y="2120850"/>
            <a:ext cx="1563146" cy="248945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i="1" dirty="0"/>
              <a:t>value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2493EFB-6432-0C0C-28BB-B34D226138BF}"/>
              </a:ext>
            </a:extLst>
          </p:cNvPr>
          <p:cNvCxnSpPr>
            <a:cxnSpLocks/>
            <a:stCxn id="6" idx="2"/>
            <a:endCxn id="7" idx="1"/>
          </p:cNvCxnSpPr>
          <p:nvPr/>
        </p:nvCxnSpPr>
        <p:spPr>
          <a:xfrm>
            <a:off x="3251360" y="1909494"/>
            <a:ext cx="0" cy="211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Process 46">
            <a:extLst>
              <a:ext uri="{FF2B5EF4-FFF2-40B4-BE49-F238E27FC236}">
                <a16:creationId xmlns:a16="http://schemas.microsoft.com/office/drawing/2014/main" id="{E6798AC8-05E2-4C63-434D-9F8DE0666D5F}"/>
              </a:ext>
            </a:extLst>
          </p:cNvPr>
          <p:cNvSpPr/>
          <p:nvPr/>
        </p:nvSpPr>
        <p:spPr>
          <a:xfrm>
            <a:off x="2538550" y="2592726"/>
            <a:ext cx="1425620" cy="32529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</a:t>
            </a:r>
            <a:r>
              <a:rPr lang="pl-PL" sz="900" dirty="0"/>
              <a:t> ← </a:t>
            </a:r>
            <a:r>
              <a:rPr lang="pl-PL" sz="900" i="1" dirty="0" err="1"/>
              <a:t>sentinel.next</a:t>
            </a:r>
            <a:endParaRPr lang="pl-PL" sz="900" i="1" dirty="0"/>
          </a:p>
          <a:p>
            <a:pPr algn="ctr"/>
            <a:r>
              <a:rPr lang="pl-PL" sz="900" i="1" dirty="0"/>
              <a:t>index </a:t>
            </a:r>
            <a:r>
              <a:rPr lang="pl-PL" sz="900" dirty="0"/>
              <a:t>← 0</a:t>
            </a:r>
            <a:endParaRPr lang="pl-PL" sz="900" i="1" dirty="0"/>
          </a:p>
        </p:txBody>
      </p:sp>
      <p:sp>
        <p:nvSpPr>
          <p:cNvPr id="48" name="Decision 47">
            <a:extLst>
              <a:ext uri="{FF2B5EF4-FFF2-40B4-BE49-F238E27FC236}">
                <a16:creationId xmlns:a16="http://schemas.microsoft.com/office/drawing/2014/main" id="{2779E637-99F8-161C-6B8B-1911D0882A59}"/>
              </a:ext>
            </a:extLst>
          </p:cNvPr>
          <p:cNvSpPr/>
          <p:nvPr/>
        </p:nvSpPr>
        <p:spPr>
          <a:xfrm>
            <a:off x="2538550" y="3140294"/>
            <a:ext cx="1425620" cy="42096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current</a:t>
            </a:r>
            <a:r>
              <a:rPr lang="pl-PL" sz="900" dirty="0"/>
              <a:t> &lt;&gt; </a:t>
            </a:r>
            <a:r>
              <a:rPr lang="pl-PL" sz="900" i="1" dirty="0" err="1"/>
              <a:t>sentinel</a:t>
            </a:r>
            <a:endParaRPr lang="pl-PL" sz="900" i="1" dirty="0"/>
          </a:p>
        </p:txBody>
      </p:sp>
      <p:sp>
        <p:nvSpPr>
          <p:cNvPr id="49" name="Data 48">
            <a:extLst>
              <a:ext uri="{FF2B5EF4-FFF2-40B4-BE49-F238E27FC236}">
                <a16:creationId xmlns:a16="http://schemas.microsoft.com/office/drawing/2014/main" id="{7115E62D-024A-1ECF-D797-0C6F65CD04CB}"/>
              </a:ext>
            </a:extLst>
          </p:cNvPr>
          <p:cNvSpPr/>
          <p:nvPr/>
        </p:nvSpPr>
        <p:spPr>
          <a:xfrm>
            <a:off x="899346" y="3783532"/>
            <a:ext cx="1381574" cy="226314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i="1" dirty="0"/>
              <a:t>-1</a:t>
            </a:r>
          </a:p>
        </p:txBody>
      </p:sp>
      <p:sp>
        <p:nvSpPr>
          <p:cNvPr id="50" name="Terminator 49">
            <a:extLst>
              <a:ext uri="{FF2B5EF4-FFF2-40B4-BE49-F238E27FC236}">
                <a16:creationId xmlns:a16="http://schemas.microsoft.com/office/drawing/2014/main" id="{7090A623-749A-54F1-60AF-2E528373C891}"/>
              </a:ext>
            </a:extLst>
          </p:cNvPr>
          <p:cNvSpPr/>
          <p:nvPr/>
        </p:nvSpPr>
        <p:spPr>
          <a:xfrm>
            <a:off x="1896796" y="4979904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sp>
        <p:nvSpPr>
          <p:cNvPr id="51" name="Decision 50">
            <a:extLst>
              <a:ext uri="{FF2B5EF4-FFF2-40B4-BE49-F238E27FC236}">
                <a16:creationId xmlns:a16="http://schemas.microsoft.com/office/drawing/2014/main" id="{6B6B73EF-8940-FB0A-D7FF-CAB8E54B24A1}"/>
              </a:ext>
            </a:extLst>
          </p:cNvPr>
          <p:cNvSpPr/>
          <p:nvPr/>
        </p:nvSpPr>
        <p:spPr>
          <a:xfrm>
            <a:off x="5256390" y="3831769"/>
            <a:ext cx="1927006" cy="325296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current.value</a:t>
            </a:r>
            <a:r>
              <a:rPr lang="pl-PL" sz="900" dirty="0"/>
              <a:t> &lt;&gt; </a:t>
            </a:r>
            <a:r>
              <a:rPr lang="pl-PL" sz="900" i="1" dirty="0" err="1"/>
              <a:t>value</a:t>
            </a:r>
            <a:endParaRPr lang="pl-PL" sz="900" i="1" dirty="0"/>
          </a:p>
        </p:txBody>
      </p:sp>
      <p:sp>
        <p:nvSpPr>
          <p:cNvPr id="52" name="Data 51">
            <a:extLst>
              <a:ext uri="{FF2B5EF4-FFF2-40B4-BE49-F238E27FC236}">
                <a16:creationId xmlns:a16="http://schemas.microsoft.com/office/drawing/2014/main" id="{FDD53778-43A2-F526-09FA-9FDC0031CD01}"/>
              </a:ext>
            </a:extLst>
          </p:cNvPr>
          <p:cNvSpPr/>
          <p:nvPr/>
        </p:nvSpPr>
        <p:spPr>
          <a:xfrm>
            <a:off x="3874816" y="4384916"/>
            <a:ext cx="1381574" cy="207180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i="1" dirty="0"/>
              <a:t>index</a:t>
            </a: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F2453800-5AEC-F9A7-12A3-0BE815A56AC4}"/>
              </a:ext>
            </a:extLst>
          </p:cNvPr>
          <p:cNvCxnSpPr>
            <a:cxnSpLocks/>
            <a:stCxn id="48" idx="3"/>
            <a:endCxn id="51" idx="0"/>
          </p:cNvCxnSpPr>
          <p:nvPr/>
        </p:nvCxnSpPr>
        <p:spPr>
          <a:xfrm>
            <a:off x="3964170" y="3350777"/>
            <a:ext cx="2255723" cy="48099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40149233-6BB4-35E9-98D5-016DBA6F982E}"/>
              </a:ext>
            </a:extLst>
          </p:cNvPr>
          <p:cNvCxnSpPr>
            <a:cxnSpLocks/>
            <a:stCxn id="48" idx="1"/>
            <a:endCxn id="49" idx="1"/>
          </p:cNvCxnSpPr>
          <p:nvPr/>
        </p:nvCxnSpPr>
        <p:spPr>
          <a:xfrm rot="10800000" flipV="1">
            <a:off x="1590134" y="3350776"/>
            <a:ext cx="948417" cy="43275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489463AB-A17F-4AD3-AAFE-9B19EA55545B}"/>
              </a:ext>
            </a:extLst>
          </p:cNvPr>
          <p:cNvCxnSpPr>
            <a:cxnSpLocks/>
            <a:endCxn id="52" idx="1"/>
          </p:cNvCxnSpPr>
          <p:nvPr/>
        </p:nvCxnSpPr>
        <p:spPr>
          <a:xfrm rot="10800000" flipV="1">
            <a:off x="4565605" y="3983502"/>
            <a:ext cx="690787" cy="4014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Process 61">
            <a:extLst>
              <a:ext uri="{FF2B5EF4-FFF2-40B4-BE49-F238E27FC236}">
                <a16:creationId xmlns:a16="http://schemas.microsoft.com/office/drawing/2014/main" id="{CDA12B7D-D59D-971F-D44E-CDAFCE04F2DD}"/>
              </a:ext>
            </a:extLst>
          </p:cNvPr>
          <p:cNvSpPr/>
          <p:nvPr/>
        </p:nvSpPr>
        <p:spPr>
          <a:xfrm>
            <a:off x="7184790" y="4384916"/>
            <a:ext cx="1341350" cy="35465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</a:t>
            </a:r>
            <a:r>
              <a:rPr lang="pl-PL" sz="900" i="1" dirty="0"/>
              <a:t> </a:t>
            </a:r>
            <a:r>
              <a:rPr lang="pl-PL" sz="900" dirty="0"/>
              <a:t>← </a:t>
            </a:r>
            <a:r>
              <a:rPr lang="pl-PL" sz="900" i="1" dirty="0" err="1"/>
              <a:t>current.next</a:t>
            </a:r>
            <a:endParaRPr lang="pl-PL" sz="900" i="1" dirty="0"/>
          </a:p>
          <a:p>
            <a:pPr algn="ctr"/>
            <a:r>
              <a:rPr lang="pl-PL" sz="900" i="1" dirty="0"/>
              <a:t>index </a:t>
            </a:r>
            <a:r>
              <a:rPr lang="pl-PL" sz="900" dirty="0"/>
              <a:t>← </a:t>
            </a:r>
            <a:r>
              <a:rPr lang="pl-PL" sz="900" i="1" dirty="0"/>
              <a:t>index</a:t>
            </a:r>
            <a:r>
              <a:rPr lang="pl-PL" sz="900" dirty="0"/>
              <a:t> + 1</a:t>
            </a:r>
            <a:endParaRPr lang="pl-PL" sz="900" i="1" dirty="0"/>
          </a:p>
        </p:txBody>
      </p: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50FB9CFC-7B93-4658-1B61-F6930D6DD41D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7183397" y="3983502"/>
            <a:ext cx="672069" cy="4014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A7EAED4D-C478-4DB5-95DD-BC1636D7CA4C}"/>
              </a:ext>
            </a:extLst>
          </p:cNvPr>
          <p:cNvCxnSpPr>
            <a:cxnSpLocks/>
            <a:stCxn id="62" idx="2"/>
            <a:endCxn id="48" idx="0"/>
          </p:cNvCxnSpPr>
          <p:nvPr/>
        </p:nvCxnSpPr>
        <p:spPr>
          <a:xfrm rot="5400000" flipH="1">
            <a:off x="4753773" y="1637882"/>
            <a:ext cx="1599280" cy="4604105"/>
          </a:xfrm>
          <a:prstGeom prst="bentConnector5">
            <a:avLst>
              <a:gd name="adj1" fmla="val -14294"/>
              <a:gd name="adj2" fmla="val -18422"/>
              <a:gd name="adj3" fmla="val 11021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D9492F00-9950-6CD5-3ACB-73A0100E9666}"/>
              </a:ext>
            </a:extLst>
          </p:cNvPr>
          <p:cNvCxnSpPr>
            <a:stCxn id="52" idx="4"/>
            <a:endCxn id="50" idx="0"/>
          </p:cNvCxnSpPr>
          <p:nvPr/>
        </p:nvCxnSpPr>
        <p:spPr>
          <a:xfrm rot="5400000">
            <a:off x="3208746" y="3623047"/>
            <a:ext cx="387808" cy="232590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433DA7F5-2770-66F7-6FA1-DC269B7A91E1}"/>
              </a:ext>
            </a:extLst>
          </p:cNvPr>
          <p:cNvCxnSpPr>
            <a:stCxn id="49" idx="4"/>
            <a:endCxn id="50" idx="0"/>
          </p:cNvCxnSpPr>
          <p:nvPr/>
        </p:nvCxnSpPr>
        <p:spPr>
          <a:xfrm rot="16200000" flipH="1">
            <a:off x="1429885" y="4170093"/>
            <a:ext cx="970058" cy="649563"/>
          </a:xfrm>
          <a:prstGeom prst="bentConnector3">
            <a:avLst>
              <a:gd name="adj1" fmla="val 7959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E7C837F-80AB-29D9-E9B5-076A587AE82A}"/>
              </a:ext>
            </a:extLst>
          </p:cNvPr>
          <p:cNvSpPr txBox="1"/>
          <p:nvPr/>
        </p:nvSpPr>
        <p:spPr>
          <a:xfrm>
            <a:off x="7192130" y="3688399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FE354EF-34C7-49BC-6125-9E7908BF3B13}"/>
              </a:ext>
            </a:extLst>
          </p:cNvPr>
          <p:cNvSpPr txBox="1"/>
          <p:nvPr/>
        </p:nvSpPr>
        <p:spPr>
          <a:xfrm>
            <a:off x="4845440" y="3684578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4C4D0AE-887B-127E-4118-F33A81E5CED6}"/>
              </a:ext>
            </a:extLst>
          </p:cNvPr>
          <p:cNvSpPr txBox="1"/>
          <p:nvPr/>
        </p:nvSpPr>
        <p:spPr>
          <a:xfrm>
            <a:off x="2100973" y="3039708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1D01EA9-C406-99C1-22B9-0B3BF7C1DAF2}"/>
              </a:ext>
            </a:extLst>
          </p:cNvPr>
          <p:cNvSpPr txBox="1"/>
          <p:nvPr/>
        </p:nvSpPr>
        <p:spPr>
          <a:xfrm>
            <a:off x="3920125" y="3053830"/>
            <a:ext cx="4797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2FA00AB-9D92-923E-45EA-A0252EFDCE3F}"/>
              </a:ext>
            </a:extLst>
          </p:cNvPr>
          <p:cNvCxnSpPr>
            <a:cxnSpLocks/>
            <a:stCxn id="7" idx="4"/>
            <a:endCxn id="47" idx="0"/>
          </p:cNvCxnSpPr>
          <p:nvPr/>
        </p:nvCxnSpPr>
        <p:spPr>
          <a:xfrm>
            <a:off x="3251360" y="2369795"/>
            <a:ext cx="0" cy="2229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092559B-01FD-44F2-49C1-3901CCB2D879}"/>
              </a:ext>
            </a:extLst>
          </p:cNvPr>
          <p:cNvCxnSpPr>
            <a:cxnSpLocks/>
            <a:stCxn id="47" idx="2"/>
            <a:endCxn id="48" idx="0"/>
          </p:cNvCxnSpPr>
          <p:nvPr/>
        </p:nvCxnSpPr>
        <p:spPr>
          <a:xfrm>
            <a:off x="3251360" y="2918023"/>
            <a:ext cx="0" cy="2222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298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1345</TotalTime>
  <Words>215</Words>
  <Application>Microsoft Macintosh PowerPoint</Application>
  <PresentationFormat>Custom</PresentationFormat>
  <Paragraphs>59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21</cp:revision>
  <dcterms:created xsi:type="dcterms:W3CDTF">2025-11-30T19:03:59Z</dcterms:created>
  <dcterms:modified xsi:type="dcterms:W3CDTF">2026-01-03T20:38:38Z</dcterms:modified>
</cp:coreProperties>
</file>