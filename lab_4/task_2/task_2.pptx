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22860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1"/>
    <p:restoredTop sz="94673"/>
  </p:normalViewPr>
  <p:slideViewPr>
    <p:cSldViewPr snapToGrid="0">
      <p:cViewPr varScale="1">
        <p:scale>
          <a:sx n="78" d="100"/>
          <a:sy n="78" d="100"/>
        </p:scale>
        <p:origin x="96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2992968"/>
            <a:ext cx="19431000" cy="6366933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9605435"/>
            <a:ext cx="17145000" cy="4415365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476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656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4559305"/>
            <a:ext cx="19716750" cy="7607299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2238572"/>
            <a:ext cx="19716750" cy="4000499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284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4868333"/>
            <a:ext cx="97155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4868333"/>
            <a:ext cx="97155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185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973670"/>
            <a:ext cx="197167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4483101"/>
            <a:ext cx="9670850" cy="2197099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6680200"/>
            <a:ext cx="967085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4483101"/>
            <a:ext cx="9718478" cy="2197099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6680200"/>
            <a:ext cx="9718478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361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666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818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9200"/>
            <a:ext cx="7372945" cy="42672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2633137"/>
            <a:ext cx="11572875" cy="12996333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5486400"/>
            <a:ext cx="7372945" cy="10164235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120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9200"/>
            <a:ext cx="7372945" cy="42672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2633137"/>
            <a:ext cx="11572875" cy="12996333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5486400"/>
            <a:ext cx="7372945" cy="10164235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595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503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973666"/>
            <a:ext cx="4929188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973666"/>
            <a:ext cx="14501813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66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973670"/>
            <a:ext cx="197167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4868333"/>
            <a:ext cx="197167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16950271"/>
            <a:ext cx="51435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16950271"/>
            <a:ext cx="77152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16950271"/>
            <a:ext cx="51435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2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60124" y="758568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60126" y="1098838"/>
            <a:ext cx="27137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Algorytm Dijkstry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10555988" y="194693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4A72179A-B4D9-54D5-52AA-6A4EB83957D4}"/>
              </a:ext>
            </a:extLst>
          </p:cNvPr>
          <p:cNvSpPr/>
          <p:nvPr/>
        </p:nvSpPr>
        <p:spPr>
          <a:xfrm>
            <a:off x="9044862" y="2373575"/>
            <a:ext cx="3708055" cy="30594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graf</a:t>
            </a:r>
            <a:r>
              <a:rPr lang="en-US" sz="900" dirty="0"/>
              <a:t> </a:t>
            </a:r>
            <a:r>
              <a:rPr lang="en-US" sz="900" dirty="0" err="1"/>
              <a:t>skierowany</a:t>
            </a:r>
            <a:r>
              <a:rPr lang="en-US" sz="900" dirty="0"/>
              <a:t> </a:t>
            </a:r>
            <a:r>
              <a:rPr lang="en-US" sz="900" i="1" dirty="0"/>
              <a:t>graph</a:t>
            </a:r>
            <a:r>
              <a:rPr lang="en-US" sz="900" dirty="0"/>
              <a:t> w </a:t>
            </a:r>
            <a:r>
              <a:rPr lang="en-US" sz="900" dirty="0" err="1"/>
              <a:t>postaci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 err="1"/>
              <a:t>macierzowej</a:t>
            </a:r>
            <a:r>
              <a:rPr lang="en-US" sz="900" dirty="0"/>
              <a:t>, </a:t>
            </a:r>
            <a:r>
              <a:rPr lang="en-US" sz="900" i="1" dirty="0"/>
              <a:t>source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/>
              <a:t>destination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92607B48-BBA5-DB96-98D3-5BC2BC88C912}"/>
              </a:ext>
            </a:extLst>
          </p:cNvPr>
          <p:cNvSpPr/>
          <p:nvPr/>
        </p:nvSpPr>
        <p:spPr>
          <a:xfrm>
            <a:off x="9786515" y="2879841"/>
            <a:ext cx="2224746" cy="59836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vertex_count</a:t>
            </a:r>
            <a:r>
              <a:rPr lang="pl-PL" sz="900" dirty="0"/>
              <a:t> ← ilość wierzchołków </a:t>
            </a:r>
            <a:r>
              <a:rPr lang="pl-PL" sz="900" i="1" dirty="0" err="1"/>
              <a:t>graph</a:t>
            </a:r>
            <a:endParaRPr lang="pl-PL" sz="900" i="1" dirty="0"/>
          </a:p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 ← tablica długości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 ← tablica długości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50C9729F-3E34-0AC2-64FF-B7442BC10849}"/>
              </a:ext>
            </a:extLst>
          </p:cNvPr>
          <p:cNvSpPr/>
          <p:nvPr/>
        </p:nvSpPr>
        <p:spPr>
          <a:xfrm>
            <a:off x="10155411" y="3678523"/>
            <a:ext cx="1486954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vertex_count</a:t>
            </a:r>
            <a:endParaRPr lang="pl-PL" sz="900" i="1" dirty="0"/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B71773AC-B58C-21CA-5570-659AF8D04F8E}"/>
              </a:ext>
            </a:extLst>
          </p:cNvPr>
          <p:cNvSpPr/>
          <p:nvPr/>
        </p:nvSpPr>
        <p:spPr>
          <a:xfrm>
            <a:off x="11642366" y="4204142"/>
            <a:ext cx="993743" cy="44956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∞</a:t>
            </a:r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brak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59A4D207-8804-FF7E-9846-DB3C9FF444AD}"/>
              </a:ext>
            </a:extLst>
          </p:cNvPr>
          <p:cNvSpPr/>
          <p:nvPr/>
        </p:nvSpPr>
        <p:spPr>
          <a:xfrm>
            <a:off x="8561983" y="4854028"/>
            <a:ext cx="2631812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pending_vertices</a:t>
            </a:r>
            <a:r>
              <a:rPr lang="pl-PL" sz="900" i="1" dirty="0"/>
              <a:t> </a:t>
            </a:r>
            <a:r>
              <a:rPr lang="pl-PL" sz="900" dirty="0"/>
              <a:t>← set pojemności </a:t>
            </a:r>
            <a:r>
              <a:rPr lang="pl-PL" sz="900" i="1" dirty="0" err="1"/>
              <a:t>vertex_count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15" name="Decision 14">
            <a:extLst>
              <a:ext uri="{FF2B5EF4-FFF2-40B4-BE49-F238E27FC236}">
                <a16:creationId xmlns:a16="http://schemas.microsoft.com/office/drawing/2014/main" id="{3485FC91-F87B-0B29-C01A-996A8D3C4067}"/>
              </a:ext>
            </a:extLst>
          </p:cNvPr>
          <p:cNvSpPr/>
          <p:nvPr/>
        </p:nvSpPr>
        <p:spPr>
          <a:xfrm>
            <a:off x="9134412" y="5379646"/>
            <a:ext cx="1486954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vertex_count</a:t>
            </a:r>
            <a:endParaRPr lang="pl-PL" sz="900" i="1" dirty="0"/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BE3ECB8E-2D4C-7663-E5A4-25C4CFD52A04}"/>
              </a:ext>
            </a:extLst>
          </p:cNvPr>
          <p:cNvSpPr/>
          <p:nvPr/>
        </p:nvSpPr>
        <p:spPr>
          <a:xfrm>
            <a:off x="10621366" y="5905264"/>
            <a:ext cx="1588388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Dodaj </a:t>
            </a:r>
            <a:r>
              <a:rPr lang="pl-PL" sz="900" i="1" dirty="0"/>
              <a:t>i</a:t>
            </a:r>
            <a:r>
              <a:rPr lang="pl-PL" sz="900" dirty="0"/>
              <a:t> do </a:t>
            </a:r>
            <a:r>
              <a:rPr lang="pl-PL" sz="900" i="1" dirty="0" err="1"/>
              <a:t>pending_vertices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  <a:endParaRPr lang="pl-PL" sz="900" i="1" dirty="0"/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9BC7B5FE-50B2-D237-8C35-1F034C185FC3}"/>
              </a:ext>
            </a:extLst>
          </p:cNvPr>
          <p:cNvSpPr/>
          <p:nvPr/>
        </p:nvSpPr>
        <p:spPr>
          <a:xfrm>
            <a:off x="8138457" y="6430883"/>
            <a:ext cx="1335861" cy="19511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source</a:t>
            </a:r>
            <a:r>
              <a:rPr lang="pl-PL" sz="900" dirty="0"/>
              <a:t>] ← 0</a:t>
            </a:r>
            <a:endParaRPr lang="pl-PL" sz="900" i="1" dirty="0"/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3ADA6096-6CAF-8FB6-5D65-29C9EE2D9715}"/>
              </a:ext>
            </a:extLst>
          </p:cNvPr>
          <p:cNvSpPr/>
          <p:nvPr/>
        </p:nvSpPr>
        <p:spPr>
          <a:xfrm>
            <a:off x="7734885" y="6826321"/>
            <a:ext cx="2143005" cy="48817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długość </a:t>
            </a:r>
            <a:r>
              <a:rPr lang="pl-PL" sz="900" i="1" dirty="0" err="1"/>
              <a:t>pending_vertices</a:t>
            </a:r>
            <a:r>
              <a:rPr lang="pl-PL" sz="900" dirty="0"/>
              <a:t> &gt; 0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D0C8CA3B-7E2B-4C24-8EC5-3064CF9D510C}"/>
              </a:ext>
            </a:extLst>
          </p:cNvPr>
          <p:cNvSpPr/>
          <p:nvPr/>
        </p:nvSpPr>
        <p:spPr>
          <a:xfrm>
            <a:off x="9827385" y="7514814"/>
            <a:ext cx="3894016" cy="4347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vertex</a:t>
            </a:r>
            <a:r>
              <a:rPr lang="pl-PL" sz="900" i="1" dirty="0"/>
              <a:t> </a:t>
            </a:r>
            <a:r>
              <a:rPr lang="pl-PL" sz="900" dirty="0"/>
              <a:t>← element z </a:t>
            </a:r>
            <a:r>
              <a:rPr lang="pl-PL" sz="900" i="1" dirty="0" err="1"/>
              <a:t>pending_vertices</a:t>
            </a:r>
            <a:r>
              <a:rPr lang="pl-PL" sz="900" dirty="0"/>
              <a:t> o najmniejszej wartości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</a:t>
            </a:r>
            <a:endParaRPr lang="pl-PL" sz="900" i="1" dirty="0"/>
          </a:p>
          <a:p>
            <a:pPr algn="ctr"/>
            <a:r>
              <a:rPr lang="pl-PL" sz="900" dirty="0"/>
              <a:t>Usuń wartość </a:t>
            </a:r>
            <a:r>
              <a:rPr lang="pl-PL" sz="900" i="1" dirty="0" err="1"/>
              <a:t>vertex</a:t>
            </a:r>
            <a:r>
              <a:rPr lang="pl-PL" sz="900" dirty="0"/>
              <a:t> z </a:t>
            </a:r>
            <a:r>
              <a:rPr lang="pl-PL" sz="900" i="1" dirty="0" err="1"/>
              <a:t>pending_vertices</a:t>
            </a:r>
            <a:endParaRPr lang="pl-PL" sz="900" i="1" dirty="0"/>
          </a:p>
          <a:p>
            <a:pPr algn="ctr"/>
            <a:r>
              <a:rPr lang="pl-PL" sz="900" i="1" dirty="0" err="1"/>
              <a:t>neighbor</a:t>
            </a:r>
            <a:r>
              <a:rPr lang="pl-PL" sz="900" i="1" dirty="0"/>
              <a:t>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24" name="Decision 23">
            <a:extLst>
              <a:ext uri="{FF2B5EF4-FFF2-40B4-BE49-F238E27FC236}">
                <a16:creationId xmlns:a16="http://schemas.microsoft.com/office/drawing/2014/main" id="{3F5C38E5-0B5A-D8CF-A8FE-12B24D1B4AE6}"/>
              </a:ext>
            </a:extLst>
          </p:cNvPr>
          <p:cNvSpPr/>
          <p:nvPr/>
        </p:nvSpPr>
        <p:spPr>
          <a:xfrm>
            <a:off x="10806340" y="8149870"/>
            <a:ext cx="1936106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neighbor</a:t>
            </a:r>
            <a:r>
              <a:rPr lang="pl-PL" sz="900" dirty="0"/>
              <a:t> &lt; </a:t>
            </a:r>
            <a:r>
              <a:rPr lang="pl-PL" sz="900" i="1" dirty="0" err="1"/>
              <a:t>vertex_count</a:t>
            </a:r>
            <a:endParaRPr lang="pl-PL" sz="900" i="1" dirty="0"/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A021311F-016A-9A11-60DF-7CB6EE6D2872}"/>
              </a:ext>
            </a:extLst>
          </p:cNvPr>
          <p:cNvSpPr/>
          <p:nvPr/>
        </p:nvSpPr>
        <p:spPr>
          <a:xfrm>
            <a:off x="12742446" y="8716565"/>
            <a:ext cx="2039962" cy="22670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distance</a:t>
            </a:r>
            <a:r>
              <a:rPr lang="pl-PL" sz="900" dirty="0"/>
              <a:t> ← </a:t>
            </a:r>
            <a:r>
              <a:rPr lang="pl-PL" sz="900" i="1" dirty="0" err="1"/>
              <a:t>graph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][</a:t>
            </a:r>
            <a:r>
              <a:rPr lang="pl-PL" sz="900" i="1" dirty="0" err="1"/>
              <a:t>neighbor</a:t>
            </a:r>
            <a:r>
              <a:rPr lang="pl-PL" sz="900" dirty="0"/>
              <a:t>]</a:t>
            </a:r>
            <a:endParaRPr lang="pl-PL" sz="900" i="1" dirty="0"/>
          </a:p>
        </p:txBody>
      </p:sp>
      <p:sp>
        <p:nvSpPr>
          <p:cNvPr id="27" name="Decision 26">
            <a:extLst>
              <a:ext uri="{FF2B5EF4-FFF2-40B4-BE49-F238E27FC236}">
                <a16:creationId xmlns:a16="http://schemas.microsoft.com/office/drawing/2014/main" id="{04EFB253-79B9-B6D1-592F-FE425117AB84}"/>
              </a:ext>
            </a:extLst>
          </p:cNvPr>
          <p:cNvSpPr/>
          <p:nvPr/>
        </p:nvSpPr>
        <p:spPr>
          <a:xfrm>
            <a:off x="13090046" y="9143595"/>
            <a:ext cx="1344762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distance</a:t>
            </a:r>
            <a:r>
              <a:rPr lang="pl-PL" sz="900" dirty="0"/>
              <a:t> &gt; 0</a:t>
            </a:r>
            <a:endParaRPr lang="pl-PL" sz="900" i="1" dirty="0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EC41E8A0-4C34-4466-8AB7-889FCB261705}"/>
              </a:ext>
            </a:extLst>
          </p:cNvPr>
          <p:cNvSpPr/>
          <p:nvPr/>
        </p:nvSpPr>
        <p:spPr>
          <a:xfrm>
            <a:off x="14434808" y="9710290"/>
            <a:ext cx="2533528" cy="2489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calculated_weight</a:t>
            </a:r>
            <a:r>
              <a:rPr lang="pl-PL" sz="900" dirty="0"/>
              <a:t> ←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 + </a:t>
            </a:r>
            <a:r>
              <a:rPr lang="pl-PL" sz="900" i="1" dirty="0" err="1"/>
              <a:t>distance</a:t>
            </a:r>
            <a:endParaRPr lang="pl-PL" sz="900" i="1" dirty="0"/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81E55F73-1308-E477-43C4-36486C242CF5}"/>
              </a:ext>
            </a:extLst>
          </p:cNvPr>
          <p:cNvSpPr/>
          <p:nvPr/>
        </p:nvSpPr>
        <p:spPr>
          <a:xfrm>
            <a:off x="14776061" y="10159556"/>
            <a:ext cx="1851025" cy="55732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calculated_weight</a:t>
            </a:r>
            <a:br>
              <a:rPr lang="pl-PL" sz="900" i="1" dirty="0"/>
            </a:br>
            <a:r>
              <a:rPr lang="pl-PL" sz="900" dirty="0"/>
              <a:t>&lt; </a:t>
            </a:r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</a:t>
            </a:r>
            <a:endParaRPr lang="pl-PL" sz="900" i="1" dirty="0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88FDE5AC-91BD-6709-24D9-3A4C68E4AF9C}"/>
              </a:ext>
            </a:extLst>
          </p:cNvPr>
          <p:cNvSpPr/>
          <p:nvPr/>
        </p:nvSpPr>
        <p:spPr>
          <a:xfrm>
            <a:off x="16627086" y="10917205"/>
            <a:ext cx="2213463" cy="3888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weights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 ← </a:t>
            </a:r>
            <a:r>
              <a:rPr lang="pl-PL" sz="900" i="1" dirty="0" err="1"/>
              <a:t>calculated_weight</a:t>
            </a:r>
            <a:endParaRPr lang="pl-PL" sz="900" i="1" dirty="0"/>
          </a:p>
          <a:p>
            <a:pPr algn="ctr"/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 err="1"/>
              <a:t>neighbor</a:t>
            </a:r>
            <a:r>
              <a:rPr lang="pl-PL" sz="900" dirty="0"/>
              <a:t>] ← </a:t>
            </a:r>
            <a:r>
              <a:rPr lang="pl-PL" sz="900" i="1" dirty="0" err="1"/>
              <a:t>vertex</a:t>
            </a:r>
            <a:endParaRPr lang="pl-PL" sz="900" i="1" dirty="0"/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52670826-43ED-7810-38C6-AA892DF02FF2}"/>
              </a:ext>
            </a:extLst>
          </p:cNvPr>
          <p:cNvSpPr/>
          <p:nvPr/>
        </p:nvSpPr>
        <p:spPr>
          <a:xfrm>
            <a:off x="5043317" y="7514589"/>
            <a:ext cx="1234542" cy="3888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path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← </a:t>
            </a:r>
            <a:r>
              <a:rPr lang="pl-PL" sz="900" i="1" dirty="0" err="1"/>
              <a:t>destination</a:t>
            </a:r>
            <a:endParaRPr lang="pl-PL" sz="900" i="1" dirty="0"/>
          </a:p>
        </p:txBody>
      </p:sp>
      <p:sp>
        <p:nvSpPr>
          <p:cNvPr id="35" name="Decision 34">
            <a:extLst>
              <a:ext uri="{FF2B5EF4-FFF2-40B4-BE49-F238E27FC236}">
                <a16:creationId xmlns:a16="http://schemas.microsoft.com/office/drawing/2014/main" id="{1925D035-8FEB-CFFF-08D9-A3EA0B0AA546}"/>
              </a:ext>
            </a:extLst>
          </p:cNvPr>
          <p:cNvSpPr/>
          <p:nvPr/>
        </p:nvSpPr>
        <p:spPr>
          <a:xfrm>
            <a:off x="4988207" y="8103715"/>
            <a:ext cx="1344762" cy="3663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&lt;&gt; -1</a:t>
            </a:r>
            <a:endParaRPr lang="pl-PL" sz="900" i="1" dirty="0"/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7299B65D-EF7A-EDB8-93C2-041906333929}"/>
              </a:ext>
            </a:extLst>
          </p:cNvPr>
          <p:cNvSpPr/>
          <p:nvPr/>
        </p:nvSpPr>
        <p:spPr>
          <a:xfrm>
            <a:off x="6277860" y="8670410"/>
            <a:ext cx="2275465" cy="37447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Wstaw wartość </a:t>
            </a:r>
            <a:r>
              <a:rPr lang="pl-PL" sz="900" i="1" dirty="0" err="1"/>
              <a:t>vertex</a:t>
            </a:r>
            <a:r>
              <a:rPr lang="pl-PL" sz="900" dirty="0"/>
              <a:t> na pozycji 0 do </a:t>
            </a:r>
            <a:r>
              <a:rPr lang="pl-PL" sz="900" i="1" dirty="0" err="1"/>
              <a:t>path</a:t>
            </a:r>
            <a:endParaRPr lang="pl-PL" sz="900" i="1" dirty="0"/>
          </a:p>
          <a:p>
            <a:pPr algn="ctr"/>
            <a:r>
              <a:rPr lang="pl-PL" sz="900" i="1" dirty="0" err="1"/>
              <a:t>vertex</a:t>
            </a:r>
            <a:r>
              <a:rPr lang="pl-PL" sz="900" dirty="0"/>
              <a:t> ← </a:t>
            </a:r>
            <a:r>
              <a:rPr lang="pl-PL" sz="900" i="1" dirty="0" err="1"/>
              <a:t>history</a:t>
            </a:r>
            <a:r>
              <a:rPr lang="pl-PL" sz="900" dirty="0"/>
              <a:t>[</a:t>
            </a:r>
            <a:r>
              <a:rPr lang="pl-PL" sz="900" i="1" dirty="0" err="1"/>
              <a:t>vertex</a:t>
            </a:r>
            <a:r>
              <a:rPr lang="pl-PL" sz="900" dirty="0"/>
              <a:t>]</a:t>
            </a:r>
          </a:p>
        </p:txBody>
      </p:sp>
      <p:sp>
        <p:nvSpPr>
          <p:cNvPr id="37" name="Terminator 36">
            <a:extLst>
              <a:ext uri="{FF2B5EF4-FFF2-40B4-BE49-F238E27FC236}">
                <a16:creationId xmlns:a16="http://schemas.microsoft.com/office/drawing/2014/main" id="{1E007AA1-6347-0912-982B-AA0380FE56F6}"/>
              </a:ext>
            </a:extLst>
          </p:cNvPr>
          <p:cNvSpPr/>
          <p:nvPr/>
        </p:nvSpPr>
        <p:spPr>
          <a:xfrm>
            <a:off x="3445006" y="923509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38" name="Data 37">
            <a:extLst>
              <a:ext uri="{FF2B5EF4-FFF2-40B4-BE49-F238E27FC236}">
                <a16:creationId xmlns:a16="http://schemas.microsoft.com/office/drawing/2014/main" id="{4761B37D-0896-3323-B981-C28739D0C381}"/>
              </a:ext>
            </a:extLst>
          </p:cNvPr>
          <p:cNvSpPr/>
          <p:nvPr/>
        </p:nvSpPr>
        <p:spPr>
          <a:xfrm>
            <a:off x="1993353" y="8677323"/>
            <a:ext cx="3589109" cy="357446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ścieżkę</a:t>
            </a:r>
            <a:r>
              <a:rPr lang="en-US" sz="900" dirty="0"/>
              <a:t> </a:t>
            </a:r>
            <a:r>
              <a:rPr lang="en-US" sz="900" i="1" dirty="0"/>
              <a:t>path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sumaryczny</a:t>
            </a:r>
            <a:r>
              <a:rPr lang="en-US" sz="900" dirty="0"/>
              <a:t> </a:t>
            </a:r>
            <a:r>
              <a:rPr lang="en-US" sz="900" dirty="0" err="1"/>
              <a:t>dystans</a:t>
            </a:r>
            <a:r>
              <a:rPr lang="en-US" sz="900" dirty="0"/>
              <a:t> </a:t>
            </a:r>
            <a:r>
              <a:rPr lang="en-US" sz="900" i="1" dirty="0"/>
              <a:t>weights</a:t>
            </a:r>
            <a:r>
              <a:rPr lang="en-US" sz="900" dirty="0"/>
              <a:t>[</a:t>
            </a:r>
            <a:r>
              <a:rPr lang="en-US" sz="900" i="1" dirty="0"/>
              <a:t>destination</a:t>
            </a:r>
            <a:r>
              <a:rPr lang="en-US" sz="900" dirty="0"/>
              <a:t>]</a:t>
            </a:r>
            <a:endParaRPr lang="en-US" sz="900" i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6DEB47-0B33-AEDE-86E7-4E6F03D45EA7}"/>
              </a:ext>
            </a:extLst>
          </p:cNvPr>
          <p:cNvCxnSpPr>
            <a:cxnSpLocks/>
            <a:stCxn id="6" idx="2"/>
            <a:endCxn id="3" idx="1"/>
          </p:cNvCxnSpPr>
          <p:nvPr/>
        </p:nvCxnSpPr>
        <p:spPr>
          <a:xfrm>
            <a:off x="10898889" y="2173253"/>
            <a:ext cx="1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2659337-3BDA-6779-3FA7-BE3B0C230313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0898889" y="2679519"/>
            <a:ext cx="1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EACE76-9B57-1AF2-5F43-8094E5E8EFC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0898888" y="3478201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4B3F25E-2CE7-ABB8-99FD-9F23236CA8BB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11642365" y="3841171"/>
            <a:ext cx="496872" cy="362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C7F13F0D-7D89-0EFB-50B6-EB7BEC3CCE1F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 flipH="1">
            <a:off x="11031472" y="3545942"/>
            <a:ext cx="975183" cy="1240349"/>
          </a:xfrm>
          <a:prstGeom prst="bentConnector5">
            <a:avLst>
              <a:gd name="adj1" fmla="val -10047"/>
              <a:gd name="adj2" fmla="val -59906"/>
              <a:gd name="adj3" fmla="val 1138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3747D0F1-F2C7-4A92-82C8-713EAA229A06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9877889" y="3841171"/>
            <a:ext cx="277522" cy="10128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62478D8-9B00-02EF-B5DD-5C491176FF3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877889" y="5179324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17AF28F3-8FD0-40AF-6253-59DD26A2773C}"/>
              </a:ext>
            </a:extLst>
          </p:cNvPr>
          <p:cNvCxnSpPr>
            <a:stCxn id="15" idx="3"/>
            <a:endCxn id="17" idx="0"/>
          </p:cNvCxnSpPr>
          <p:nvPr/>
        </p:nvCxnSpPr>
        <p:spPr>
          <a:xfrm>
            <a:off x="10621366" y="5542294"/>
            <a:ext cx="794194" cy="362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CA946D8-E5CF-F527-BE80-ED642A62EFF1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 rot="5400000" flipH="1">
            <a:off x="10221268" y="5036269"/>
            <a:ext cx="850914" cy="1537671"/>
          </a:xfrm>
          <a:prstGeom prst="bentConnector5">
            <a:avLst>
              <a:gd name="adj1" fmla="val -13432"/>
              <a:gd name="adj2" fmla="val -64030"/>
              <a:gd name="adj3" fmla="val 1153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1CD0BCA9-FCAF-34D3-2F95-4A927B09237D}"/>
              </a:ext>
            </a:extLst>
          </p:cNvPr>
          <p:cNvCxnSpPr>
            <a:stCxn id="15" idx="1"/>
            <a:endCxn id="19" idx="0"/>
          </p:cNvCxnSpPr>
          <p:nvPr/>
        </p:nvCxnSpPr>
        <p:spPr>
          <a:xfrm rot="10800000" flipV="1">
            <a:off x="8806389" y="5542294"/>
            <a:ext cx="328025" cy="888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EE11DDA-7A7B-AA80-4528-F1BF1BC520AB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8806387" y="6625999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DCCB9DC-D8F7-C0A3-120E-A88068CA793E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9877889" y="7070407"/>
            <a:ext cx="1896504" cy="4444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Process 80">
            <a:extLst>
              <a:ext uri="{FF2B5EF4-FFF2-40B4-BE49-F238E27FC236}">
                <a16:creationId xmlns:a16="http://schemas.microsoft.com/office/drawing/2014/main" id="{E25BF82B-8DCF-319A-CD09-756D47E741A4}"/>
              </a:ext>
            </a:extLst>
          </p:cNvPr>
          <p:cNvSpPr/>
          <p:nvPr/>
        </p:nvSpPr>
        <p:spPr>
          <a:xfrm>
            <a:off x="13040198" y="11641855"/>
            <a:ext cx="1444459" cy="27199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neighbor</a:t>
            </a:r>
            <a:r>
              <a:rPr lang="pl-PL" sz="900" dirty="0"/>
              <a:t> ← </a:t>
            </a:r>
            <a:r>
              <a:rPr lang="pl-PL" sz="900" i="1" dirty="0" err="1"/>
              <a:t>neighbor</a:t>
            </a:r>
            <a:r>
              <a:rPr lang="pl-PL" sz="900" i="1" dirty="0"/>
              <a:t> + 1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755000A-ADC3-4474-68C6-3C421423FB3C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11774393" y="7949548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568701F9-39C5-8BAD-CCED-9C6189BEE732}"/>
              </a:ext>
            </a:extLst>
          </p:cNvPr>
          <p:cNvCxnSpPr>
            <a:stCxn id="24" idx="3"/>
            <a:endCxn id="26" idx="0"/>
          </p:cNvCxnSpPr>
          <p:nvPr/>
        </p:nvCxnSpPr>
        <p:spPr>
          <a:xfrm>
            <a:off x="12742447" y="8333056"/>
            <a:ext cx="1019981" cy="383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C5D62D5-CA2C-E072-46B5-E96C8154C921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13762427" y="8943273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3A87EB8-2369-3791-DBAA-529977EFD4C1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>
            <a:off x="14434808" y="9326781"/>
            <a:ext cx="1266764" cy="383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E48BC66-CBB1-F819-098B-CC9F59971278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15701573" y="9959234"/>
            <a:ext cx="1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88FC6D0A-3AF2-B4A0-264E-1464535BC237}"/>
              </a:ext>
            </a:extLst>
          </p:cNvPr>
          <p:cNvCxnSpPr>
            <a:stCxn id="30" idx="3"/>
            <a:endCxn id="31" idx="0"/>
          </p:cNvCxnSpPr>
          <p:nvPr/>
        </p:nvCxnSpPr>
        <p:spPr>
          <a:xfrm>
            <a:off x="16627085" y="10438220"/>
            <a:ext cx="1106732" cy="4789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1ADC51E3-5484-B403-5CEC-71DCC0C32088}"/>
              </a:ext>
            </a:extLst>
          </p:cNvPr>
          <p:cNvCxnSpPr>
            <a:stCxn id="31" idx="2"/>
            <a:endCxn id="81" idx="0"/>
          </p:cNvCxnSpPr>
          <p:nvPr/>
        </p:nvCxnSpPr>
        <p:spPr>
          <a:xfrm rot="5400000">
            <a:off x="15580201" y="9488236"/>
            <a:ext cx="335845" cy="39713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50008BAC-A4C9-3FFB-B102-953333566C85}"/>
              </a:ext>
            </a:extLst>
          </p:cNvPr>
          <p:cNvCxnSpPr>
            <a:stCxn id="30" idx="1"/>
            <a:endCxn id="81" idx="0"/>
          </p:cNvCxnSpPr>
          <p:nvPr/>
        </p:nvCxnSpPr>
        <p:spPr>
          <a:xfrm rot="10800000" flipV="1">
            <a:off x="13762429" y="10438219"/>
            <a:ext cx="1013633" cy="12036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CC1FEC42-DA27-91F4-2E1F-9304F5FC500E}"/>
              </a:ext>
            </a:extLst>
          </p:cNvPr>
          <p:cNvCxnSpPr>
            <a:stCxn id="27" idx="1"/>
            <a:endCxn id="81" idx="0"/>
          </p:cNvCxnSpPr>
          <p:nvPr/>
        </p:nvCxnSpPr>
        <p:spPr>
          <a:xfrm rot="10800000" flipH="1" flipV="1">
            <a:off x="13090046" y="9326781"/>
            <a:ext cx="672381" cy="2315073"/>
          </a:xfrm>
          <a:prstGeom prst="bentConnector4">
            <a:avLst>
              <a:gd name="adj1" fmla="val -87928"/>
              <a:gd name="adj2" fmla="val 928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52D8FEE3-D3A9-0CC6-A212-7B2CFCFFED3E}"/>
              </a:ext>
            </a:extLst>
          </p:cNvPr>
          <p:cNvCxnSpPr>
            <a:stCxn id="81" idx="2"/>
            <a:endCxn id="24" idx="0"/>
          </p:cNvCxnSpPr>
          <p:nvPr/>
        </p:nvCxnSpPr>
        <p:spPr>
          <a:xfrm rot="5400000" flipH="1">
            <a:off x="10886422" y="9037842"/>
            <a:ext cx="3763977" cy="1988034"/>
          </a:xfrm>
          <a:prstGeom prst="bentConnector5">
            <a:avLst>
              <a:gd name="adj1" fmla="val -1544"/>
              <a:gd name="adj2" fmla="val -266066"/>
              <a:gd name="adj3" fmla="val 1042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A9AA68E4-13F6-39F4-15B2-143D9C419C90}"/>
              </a:ext>
            </a:extLst>
          </p:cNvPr>
          <p:cNvCxnSpPr>
            <a:cxnSpLocks/>
          </p:cNvCxnSpPr>
          <p:nvPr/>
        </p:nvCxnSpPr>
        <p:spPr>
          <a:xfrm>
            <a:off x="10806340" y="8333057"/>
            <a:ext cx="8619750" cy="3818035"/>
          </a:xfrm>
          <a:prstGeom prst="bentConnector3">
            <a:avLst>
              <a:gd name="adj1" fmla="val -56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D84EF46C-CD06-EA21-3F2F-179EFAF8CD97}"/>
              </a:ext>
            </a:extLst>
          </p:cNvPr>
          <p:cNvCxnSpPr>
            <a:cxnSpLocks/>
            <a:endCxn id="21" idx="0"/>
          </p:cNvCxnSpPr>
          <p:nvPr/>
        </p:nvCxnSpPr>
        <p:spPr>
          <a:xfrm rot="10800000">
            <a:off x="8806389" y="6826321"/>
            <a:ext cx="10619703" cy="5324770"/>
          </a:xfrm>
          <a:prstGeom prst="bentConnector4">
            <a:avLst>
              <a:gd name="adj1" fmla="val 58"/>
              <a:gd name="adj2" fmla="val 1024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4893D9D-86A3-8399-373C-F26A2E3B4A17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660588" y="7903393"/>
            <a:ext cx="0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D8F62DBA-9B23-52F8-EA4F-D0823D18397E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>
            <a:off x="6332970" y="8286901"/>
            <a:ext cx="1082623" cy="383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3AE82E4E-E815-DE03-A4A7-3018E4E19A2E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 rot="5400000" flipH="1">
            <a:off x="6067504" y="7696800"/>
            <a:ext cx="941173" cy="1755004"/>
          </a:xfrm>
          <a:prstGeom prst="bentConnector5">
            <a:avLst>
              <a:gd name="adj1" fmla="val -9456"/>
              <a:gd name="adj2" fmla="val -73379"/>
              <a:gd name="adj3" fmla="val 1153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307EEC26-71A0-3FD2-80E0-8AF23611B1C1}"/>
              </a:ext>
            </a:extLst>
          </p:cNvPr>
          <p:cNvCxnSpPr>
            <a:cxnSpLocks/>
            <a:stCxn id="35" idx="1"/>
            <a:endCxn id="38" idx="1"/>
          </p:cNvCxnSpPr>
          <p:nvPr/>
        </p:nvCxnSpPr>
        <p:spPr>
          <a:xfrm rot="10800000" flipV="1">
            <a:off x="3787909" y="8286901"/>
            <a:ext cx="1200299" cy="3904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40279E3-0CC5-9503-EE7B-6BE4ACA288D2}"/>
              </a:ext>
            </a:extLst>
          </p:cNvPr>
          <p:cNvCxnSpPr>
            <a:stCxn id="38" idx="4"/>
            <a:endCxn id="37" idx="0"/>
          </p:cNvCxnSpPr>
          <p:nvPr/>
        </p:nvCxnSpPr>
        <p:spPr>
          <a:xfrm flipH="1">
            <a:off x="3787907" y="9034769"/>
            <a:ext cx="1" cy="20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415FDB28-36D4-C0F1-D7D6-2A8732496CBF}"/>
              </a:ext>
            </a:extLst>
          </p:cNvPr>
          <p:cNvCxnSpPr>
            <a:cxnSpLocks/>
            <a:stCxn id="21" idx="1"/>
            <a:endCxn id="34" idx="0"/>
          </p:cNvCxnSpPr>
          <p:nvPr/>
        </p:nvCxnSpPr>
        <p:spPr>
          <a:xfrm rot="10800000" flipV="1">
            <a:off x="5660589" y="7070405"/>
            <a:ext cx="2074297" cy="4441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34167081-8F97-E43B-2E57-C81945E80FDA}"/>
              </a:ext>
            </a:extLst>
          </p:cNvPr>
          <p:cNvSpPr txBox="1"/>
          <p:nvPr/>
        </p:nvSpPr>
        <p:spPr>
          <a:xfrm>
            <a:off x="11642364" y="357836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97210E7-BBAD-EA6E-49EE-C2549EA9C172}"/>
              </a:ext>
            </a:extLst>
          </p:cNvPr>
          <p:cNvSpPr txBox="1"/>
          <p:nvPr/>
        </p:nvSpPr>
        <p:spPr>
          <a:xfrm>
            <a:off x="10566483" y="527466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A1E4446-B6C9-4A27-8C7F-BA9B62010840}"/>
              </a:ext>
            </a:extLst>
          </p:cNvPr>
          <p:cNvSpPr txBox="1"/>
          <p:nvPr/>
        </p:nvSpPr>
        <p:spPr>
          <a:xfrm>
            <a:off x="9827385" y="679014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CAE6F98-A44C-4BC1-DAE8-06C776487B18}"/>
              </a:ext>
            </a:extLst>
          </p:cNvPr>
          <p:cNvSpPr txBox="1"/>
          <p:nvPr/>
        </p:nvSpPr>
        <p:spPr>
          <a:xfrm>
            <a:off x="6303051" y="79959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C486470-0A37-5641-8692-14B234E37C28}"/>
              </a:ext>
            </a:extLst>
          </p:cNvPr>
          <p:cNvSpPr txBox="1"/>
          <p:nvPr/>
        </p:nvSpPr>
        <p:spPr>
          <a:xfrm>
            <a:off x="12685477" y="80252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F947038-0850-B805-2CB0-AEBC872D87E4}"/>
              </a:ext>
            </a:extLst>
          </p:cNvPr>
          <p:cNvSpPr txBox="1"/>
          <p:nvPr/>
        </p:nvSpPr>
        <p:spPr>
          <a:xfrm>
            <a:off x="14434806" y="903476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FB92AD5-28D0-47AF-088D-A92DB59CAA0B}"/>
              </a:ext>
            </a:extLst>
          </p:cNvPr>
          <p:cNvSpPr txBox="1"/>
          <p:nvPr/>
        </p:nvSpPr>
        <p:spPr>
          <a:xfrm>
            <a:off x="16610128" y="1014242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BFFEE9A-01D0-E90A-F45A-33A1A4DCEEBF}"/>
              </a:ext>
            </a:extLst>
          </p:cNvPr>
          <p:cNvSpPr txBox="1"/>
          <p:nvPr/>
        </p:nvSpPr>
        <p:spPr>
          <a:xfrm>
            <a:off x="14354985" y="1011424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E67DFBD-C805-F546-C753-2C7AFA3B4CB4}"/>
              </a:ext>
            </a:extLst>
          </p:cNvPr>
          <p:cNvSpPr txBox="1"/>
          <p:nvPr/>
        </p:nvSpPr>
        <p:spPr>
          <a:xfrm>
            <a:off x="12631289" y="901065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68B407B-A447-8E1C-8323-F59F84E6319A}"/>
              </a:ext>
            </a:extLst>
          </p:cNvPr>
          <p:cNvSpPr txBox="1"/>
          <p:nvPr/>
        </p:nvSpPr>
        <p:spPr>
          <a:xfrm>
            <a:off x="10387330" y="802794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71D3A0B-0B7D-ED37-D720-781AACE4BE19}"/>
              </a:ext>
            </a:extLst>
          </p:cNvPr>
          <p:cNvSpPr txBox="1"/>
          <p:nvPr/>
        </p:nvSpPr>
        <p:spPr>
          <a:xfrm>
            <a:off x="7297288" y="677195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D0E5D69-E6CC-15F0-7CCB-69ECC62EAC04}"/>
              </a:ext>
            </a:extLst>
          </p:cNvPr>
          <p:cNvSpPr txBox="1"/>
          <p:nvPr/>
        </p:nvSpPr>
        <p:spPr>
          <a:xfrm>
            <a:off x="4512047" y="797538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110FB2D-657F-927E-F1E0-EFF4F4337AD4}"/>
              </a:ext>
            </a:extLst>
          </p:cNvPr>
          <p:cNvSpPr txBox="1"/>
          <p:nvPr/>
        </p:nvSpPr>
        <p:spPr>
          <a:xfrm>
            <a:off x="8684653" y="523218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D2866FC-5600-9FEA-2BA8-63487176344C}"/>
              </a:ext>
            </a:extLst>
          </p:cNvPr>
          <p:cNvSpPr txBox="1"/>
          <p:nvPr/>
        </p:nvSpPr>
        <p:spPr>
          <a:xfrm>
            <a:off x="9693646" y="354002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230</Words>
  <Application>Microsoft Macintosh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2025-11-30T19:03:59Z</dcterms:created>
  <dcterms:modified xsi:type="dcterms:W3CDTF">2026-01-05T17:19:45Z</dcterms:modified>
</cp:coreProperties>
</file>