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9144000" cy="1600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5"/>
    <p:restoredTop sz="94617"/>
  </p:normalViewPr>
  <p:slideViewPr>
    <p:cSldViewPr snapToGrid="0">
      <p:cViewPr>
        <p:scale>
          <a:sx n="118" d="100"/>
          <a:sy n="118" d="100"/>
        </p:scale>
        <p:origin x="26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18847"/>
            <a:ext cx="7772400" cy="55710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8404755"/>
            <a:ext cx="6858000" cy="3863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830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279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989392"/>
            <a:ext cx="7886700" cy="665638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0708751"/>
            <a:ext cx="7886700" cy="35004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8069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4259792"/>
            <a:ext cx="3886200" cy="10153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4259792"/>
            <a:ext cx="3886200" cy="10153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47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51962"/>
            <a:ext cx="7886700" cy="30929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3922714"/>
            <a:ext cx="3868340" cy="19224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5845175"/>
            <a:ext cx="3868340" cy="8597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3922714"/>
            <a:ext cx="3887391" cy="19224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5845175"/>
            <a:ext cx="3887391" cy="8597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527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847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685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66800"/>
            <a:ext cx="2949178" cy="3733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2303995"/>
            <a:ext cx="4629150" cy="113717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00600"/>
            <a:ext cx="2949178" cy="88937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436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66800"/>
            <a:ext cx="2949178" cy="3733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2303995"/>
            <a:ext cx="4629150" cy="1137179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00600"/>
            <a:ext cx="2949178" cy="88937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5298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157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851958"/>
            <a:ext cx="1971675" cy="135609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851958"/>
            <a:ext cx="5800725" cy="135609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647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51962"/>
            <a:ext cx="7886700" cy="309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4259792"/>
            <a:ext cx="7886700" cy="1015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4831487"/>
            <a:ext cx="20574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5.01.2026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4831487"/>
            <a:ext cx="30861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4831487"/>
            <a:ext cx="20574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46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20571" y="373073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20575" y="713343"/>
            <a:ext cx="419300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Algorytm Floyda-</a:t>
            </a:r>
            <a:r>
              <a:rPr lang="pl-PL" sz="2700" dirty="0" err="1"/>
              <a:t>Warshalla</a:t>
            </a:r>
            <a:endParaRPr lang="pl-PL" sz="2700" dirty="0"/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1798423" y="151417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594743" y="1949326"/>
            <a:ext cx="3093160" cy="316609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dirty="0" err="1"/>
              <a:t>krawędzi</a:t>
            </a:r>
            <a:r>
              <a:rPr lang="en-US" sz="900" dirty="0"/>
              <a:t> </a:t>
            </a:r>
            <a:r>
              <a:rPr lang="en-US" sz="900" i="1" dirty="0"/>
              <a:t>edges</a:t>
            </a:r>
            <a:r>
              <a:rPr lang="en-US" sz="900" dirty="0"/>
              <a:t> </a:t>
            </a:r>
            <a:r>
              <a:rPr lang="en-US" sz="900" dirty="0" err="1"/>
              <a:t>jako</a:t>
            </a:r>
            <a:r>
              <a:rPr lang="en-US" sz="900" dirty="0"/>
              <a:t> </a:t>
            </a:r>
            <a:r>
              <a:rPr lang="en-US" sz="900" dirty="0" err="1"/>
              <a:t>trójki</a:t>
            </a:r>
            <a:r>
              <a:rPr lang="en-US" sz="900" dirty="0"/>
              <a:t> </a:t>
            </a:r>
            <a:r>
              <a:rPr lang="en-US" sz="900" i="1" dirty="0"/>
              <a:t>source</a:t>
            </a:r>
            <a:r>
              <a:rPr lang="en-US" sz="900" dirty="0"/>
              <a:t>, </a:t>
            </a:r>
            <a:r>
              <a:rPr lang="en-US" sz="900" i="1" dirty="0"/>
              <a:t>target</a:t>
            </a:r>
            <a:r>
              <a:rPr lang="en-US" sz="900" dirty="0"/>
              <a:t>, </a:t>
            </a:r>
            <a:r>
              <a:rPr lang="en-US" sz="900" i="1" dirty="0"/>
              <a:t>distance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40068BFF-6F5A-D4B5-B7D4-F959334FF49B}"/>
              </a:ext>
            </a:extLst>
          </p:cNvPr>
          <p:cNvSpPr/>
          <p:nvPr/>
        </p:nvSpPr>
        <p:spPr>
          <a:xfrm>
            <a:off x="703199" y="2474767"/>
            <a:ext cx="2876248" cy="44552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← (największa wartość z </a:t>
            </a:r>
            <a:r>
              <a:rPr lang="pl-PL" sz="900" i="1" dirty="0" err="1"/>
              <a:t>source</a:t>
            </a:r>
            <a:r>
              <a:rPr lang="pl-PL" sz="900" dirty="0"/>
              <a:t> i </a:t>
            </a:r>
            <a:r>
              <a:rPr lang="pl-PL" sz="900" i="1" dirty="0"/>
              <a:t>target</a:t>
            </a:r>
            <a:r>
              <a:rPr lang="pl-PL" sz="900" dirty="0"/>
              <a:t>) + 1</a:t>
            </a:r>
          </a:p>
          <a:p>
            <a:pPr algn="ctr"/>
            <a:r>
              <a:rPr lang="pl-PL" sz="900" i="1" dirty="0" err="1"/>
              <a:t>distances</a:t>
            </a:r>
            <a:r>
              <a:rPr lang="pl-PL" sz="900" dirty="0"/>
              <a:t> ← tablica rozmiaru </a:t>
            </a:r>
            <a:r>
              <a:rPr lang="pl-PL" sz="900" i="1" dirty="0" err="1"/>
              <a:t>size</a:t>
            </a:r>
            <a:r>
              <a:rPr lang="pl-PL" sz="900" dirty="0"/>
              <a:t> na </a:t>
            </a:r>
            <a:r>
              <a:rPr lang="pl-PL" sz="900" i="1" dirty="0" err="1"/>
              <a:t>size</a:t>
            </a:r>
            <a:r>
              <a:rPr lang="pl-PL" sz="900" dirty="0"/>
              <a:t> wypełniona ∞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76687E36-629A-7E94-14F0-E44ECEA24E71}"/>
              </a:ext>
            </a:extLst>
          </p:cNvPr>
          <p:cNvSpPr/>
          <p:nvPr/>
        </p:nvSpPr>
        <p:spPr>
          <a:xfrm>
            <a:off x="1516368" y="3129127"/>
            <a:ext cx="124991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02B09CB3-9966-BDD3-196E-F2EC0E5D406C}"/>
              </a:ext>
            </a:extLst>
          </p:cNvPr>
          <p:cNvSpPr/>
          <p:nvPr/>
        </p:nvSpPr>
        <p:spPr>
          <a:xfrm>
            <a:off x="2766279" y="3663255"/>
            <a:ext cx="2274819" cy="44317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source</a:t>
            </a:r>
            <a:r>
              <a:rPr lang="pl-PL" sz="900" dirty="0"/>
              <a:t>, </a:t>
            </a:r>
            <a:r>
              <a:rPr lang="pl-PL" sz="900" i="1" dirty="0" err="1"/>
              <a:t>destination</a:t>
            </a:r>
            <a:r>
              <a:rPr lang="pl-PL" sz="900" dirty="0"/>
              <a:t>, </a:t>
            </a:r>
            <a:r>
              <a:rPr lang="pl-PL" sz="900" i="1" dirty="0" err="1"/>
              <a:t>distance</a:t>
            </a:r>
            <a:r>
              <a:rPr lang="pl-PL" sz="900" dirty="0"/>
              <a:t> ← </a:t>
            </a:r>
            <a:r>
              <a:rPr lang="pl-PL" sz="900" i="1" dirty="0" err="1"/>
              <a:t>edges</a:t>
            </a:r>
            <a:r>
              <a:rPr lang="pl-PL" sz="900" i="1" dirty="0"/>
              <a:t>[i]</a:t>
            </a:r>
          </a:p>
          <a:p>
            <a:pPr algn="ctr"/>
            <a:r>
              <a:rPr lang="pl-PL" sz="900" i="1" dirty="0" err="1"/>
              <a:t>distances</a:t>
            </a:r>
            <a:r>
              <a:rPr lang="pl-PL" sz="900" dirty="0"/>
              <a:t>[</a:t>
            </a:r>
            <a:r>
              <a:rPr lang="pl-PL" sz="900" dirty="0" err="1"/>
              <a:t>source</a:t>
            </a:r>
            <a:r>
              <a:rPr lang="pl-PL" sz="900" dirty="0"/>
              <a:t>][</a:t>
            </a:r>
            <a:r>
              <a:rPr lang="pl-PL" sz="900" dirty="0" err="1"/>
              <a:t>destination</a:t>
            </a:r>
            <a:r>
              <a:rPr lang="pl-PL" sz="900" dirty="0"/>
              <a:t>] ← </a:t>
            </a:r>
            <a:r>
              <a:rPr lang="pl-PL" sz="900" dirty="0" err="1"/>
              <a:t>distance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860C8736-F68E-D3CA-0113-1D85A856844D}"/>
              </a:ext>
            </a:extLst>
          </p:cNvPr>
          <p:cNvSpPr/>
          <p:nvPr/>
        </p:nvSpPr>
        <p:spPr>
          <a:xfrm>
            <a:off x="1858146" y="4315260"/>
            <a:ext cx="566354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B646ED84-052E-AF24-FD0B-55FF0B982AD6}"/>
              </a:ext>
            </a:extLst>
          </p:cNvPr>
          <p:cNvSpPr/>
          <p:nvPr/>
        </p:nvSpPr>
        <p:spPr>
          <a:xfrm>
            <a:off x="1516368" y="4750406"/>
            <a:ext cx="124991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271CBCAB-3DE8-F7E9-A6AF-33DDCB9A90BF}"/>
              </a:ext>
            </a:extLst>
          </p:cNvPr>
          <p:cNvSpPr/>
          <p:nvPr/>
        </p:nvSpPr>
        <p:spPr>
          <a:xfrm>
            <a:off x="2766279" y="5284535"/>
            <a:ext cx="1093355" cy="37022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distances</a:t>
            </a:r>
            <a:r>
              <a:rPr lang="pl-PL" sz="900" dirty="0"/>
              <a:t>[i][i] ← 0</a:t>
            </a:r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7299BF-4E6E-FFF0-57A9-5A513FBC7FB7}"/>
              </a:ext>
            </a:extLst>
          </p:cNvPr>
          <p:cNvSpPr txBox="1"/>
          <p:nvPr/>
        </p:nvSpPr>
        <p:spPr>
          <a:xfrm>
            <a:off x="2727140" y="298799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B44AAC46-69B9-6E59-91F5-D5416CEEDBD0}"/>
              </a:ext>
            </a:extLst>
          </p:cNvPr>
          <p:cNvSpPr/>
          <p:nvPr/>
        </p:nvSpPr>
        <p:spPr>
          <a:xfrm>
            <a:off x="1858146" y="5863590"/>
            <a:ext cx="566354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k </a:t>
            </a:r>
            <a:r>
              <a:rPr lang="pl-PL" sz="900" dirty="0"/>
              <a:t>← 0</a:t>
            </a:r>
          </a:p>
        </p:txBody>
      </p:sp>
      <p:sp>
        <p:nvSpPr>
          <p:cNvPr id="18" name="Decision 17">
            <a:extLst>
              <a:ext uri="{FF2B5EF4-FFF2-40B4-BE49-F238E27FC236}">
                <a16:creationId xmlns:a16="http://schemas.microsoft.com/office/drawing/2014/main" id="{5F4626E6-78DC-E689-17FA-31C1CAD37BBB}"/>
              </a:ext>
            </a:extLst>
          </p:cNvPr>
          <p:cNvSpPr/>
          <p:nvPr/>
        </p:nvSpPr>
        <p:spPr>
          <a:xfrm>
            <a:off x="1516368" y="6298736"/>
            <a:ext cx="124991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k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24FDB74A-60F5-FF0D-CCC1-E4DCBFBA2DA2}"/>
              </a:ext>
            </a:extLst>
          </p:cNvPr>
          <p:cNvSpPr/>
          <p:nvPr/>
        </p:nvSpPr>
        <p:spPr>
          <a:xfrm>
            <a:off x="2766278" y="6832865"/>
            <a:ext cx="566354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y </a:t>
            </a:r>
            <a:r>
              <a:rPr lang="pl-PL" sz="900" dirty="0"/>
              <a:t>← 0</a:t>
            </a:r>
          </a:p>
        </p:txBody>
      </p:sp>
      <p:sp>
        <p:nvSpPr>
          <p:cNvPr id="20" name="Decision 19">
            <a:extLst>
              <a:ext uri="{FF2B5EF4-FFF2-40B4-BE49-F238E27FC236}">
                <a16:creationId xmlns:a16="http://schemas.microsoft.com/office/drawing/2014/main" id="{A16F55BC-546C-31C9-76C9-DBF6BCDB5003}"/>
              </a:ext>
            </a:extLst>
          </p:cNvPr>
          <p:cNvSpPr/>
          <p:nvPr/>
        </p:nvSpPr>
        <p:spPr>
          <a:xfrm>
            <a:off x="2424500" y="7268011"/>
            <a:ext cx="124991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y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CA16E480-F233-D097-F2E2-3449A2913B0A}"/>
              </a:ext>
            </a:extLst>
          </p:cNvPr>
          <p:cNvSpPr/>
          <p:nvPr/>
        </p:nvSpPr>
        <p:spPr>
          <a:xfrm>
            <a:off x="3674410" y="7802140"/>
            <a:ext cx="566354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x </a:t>
            </a:r>
            <a:r>
              <a:rPr lang="pl-PL" sz="900" dirty="0"/>
              <a:t>← 0</a:t>
            </a:r>
          </a:p>
        </p:txBody>
      </p:sp>
      <p:sp>
        <p:nvSpPr>
          <p:cNvPr id="23" name="Decision 22">
            <a:extLst>
              <a:ext uri="{FF2B5EF4-FFF2-40B4-BE49-F238E27FC236}">
                <a16:creationId xmlns:a16="http://schemas.microsoft.com/office/drawing/2014/main" id="{8A96877E-90ED-5C02-D203-EAC11C67C25A}"/>
              </a:ext>
            </a:extLst>
          </p:cNvPr>
          <p:cNvSpPr/>
          <p:nvPr/>
        </p:nvSpPr>
        <p:spPr>
          <a:xfrm>
            <a:off x="3332632" y="8237286"/>
            <a:ext cx="124991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x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6419E35A-83FF-162A-E2D7-A25947A3B2E8}"/>
              </a:ext>
            </a:extLst>
          </p:cNvPr>
          <p:cNvSpPr/>
          <p:nvPr/>
        </p:nvSpPr>
        <p:spPr>
          <a:xfrm>
            <a:off x="4580389" y="8771414"/>
            <a:ext cx="2928790" cy="22042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calculated_distance</a:t>
            </a:r>
            <a:r>
              <a:rPr lang="pl-PL" sz="900" dirty="0"/>
              <a:t> ← </a:t>
            </a:r>
            <a:r>
              <a:rPr lang="pl-PL" sz="900" i="1" dirty="0" err="1"/>
              <a:t>distances</a:t>
            </a:r>
            <a:r>
              <a:rPr lang="pl-PL" sz="900" i="1" dirty="0"/>
              <a:t>[y][k]</a:t>
            </a:r>
            <a:r>
              <a:rPr lang="pl-PL" sz="900" dirty="0"/>
              <a:t> + </a:t>
            </a:r>
            <a:r>
              <a:rPr lang="pl-PL" sz="900" i="1" dirty="0" err="1"/>
              <a:t>distances</a:t>
            </a:r>
            <a:r>
              <a:rPr lang="pl-PL" sz="900" i="1" dirty="0"/>
              <a:t>[k][x]</a:t>
            </a:r>
            <a:endParaRPr lang="pl-PL" sz="900" dirty="0"/>
          </a:p>
        </p:txBody>
      </p:sp>
      <p:sp>
        <p:nvSpPr>
          <p:cNvPr id="25" name="Decision 24">
            <a:extLst>
              <a:ext uri="{FF2B5EF4-FFF2-40B4-BE49-F238E27FC236}">
                <a16:creationId xmlns:a16="http://schemas.microsoft.com/office/drawing/2014/main" id="{42CF223C-266B-FC57-C27D-9291E02FAAF0}"/>
              </a:ext>
            </a:extLst>
          </p:cNvPr>
          <p:cNvSpPr/>
          <p:nvPr/>
        </p:nvSpPr>
        <p:spPr>
          <a:xfrm>
            <a:off x="4966048" y="9200675"/>
            <a:ext cx="2157473" cy="44745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calculated_distance</a:t>
            </a:r>
            <a:br>
              <a:rPr lang="pl-PL" sz="900" i="1" dirty="0"/>
            </a:br>
            <a:r>
              <a:rPr lang="pl-PL" sz="900" dirty="0"/>
              <a:t>&lt; </a:t>
            </a:r>
            <a:r>
              <a:rPr lang="pl-PL" sz="900" i="1" dirty="0" err="1"/>
              <a:t>distances</a:t>
            </a:r>
            <a:r>
              <a:rPr lang="pl-PL" sz="900" i="1" dirty="0"/>
              <a:t>[y][x]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6C2F62EC-7DC2-4302-FFB5-988E015F15E8}"/>
              </a:ext>
            </a:extLst>
          </p:cNvPr>
          <p:cNvSpPr/>
          <p:nvPr/>
        </p:nvSpPr>
        <p:spPr>
          <a:xfrm>
            <a:off x="6205482" y="9856959"/>
            <a:ext cx="2157472" cy="22042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distances</a:t>
            </a:r>
            <a:r>
              <a:rPr lang="pl-PL" sz="900" i="1" dirty="0"/>
              <a:t>[y][x] </a:t>
            </a:r>
            <a:r>
              <a:rPr lang="pl-PL" sz="900" dirty="0"/>
              <a:t>← </a:t>
            </a:r>
            <a:r>
              <a:rPr lang="pl-PL" sz="900" i="1" dirty="0" err="1"/>
              <a:t>calculated_distance</a:t>
            </a:r>
            <a:endParaRPr lang="pl-PL" sz="900" dirty="0"/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8B89CF95-69AE-D96E-EA85-D5615AEB75A1}"/>
              </a:ext>
            </a:extLst>
          </p:cNvPr>
          <p:cNvSpPr/>
          <p:nvPr/>
        </p:nvSpPr>
        <p:spPr>
          <a:xfrm>
            <a:off x="4292127" y="10365808"/>
            <a:ext cx="673921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x </a:t>
            </a:r>
            <a:r>
              <a:rPr lang="pl-PL" sz="900" dirty="0"/>
              <a:t>← </a:t>
            </a:r>
            <a:r>
              <a:rPr lang="pl-PL" sz="900" i="1" dirty="0"/>
              <a:t>x</a:t>
            </a:r>
            <a:r>
              <a:rPr lang="pl-PL" sz="900" dirty="0"/>
              <a:t> + 1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735E2513-AC1A-6847-D2F8-DDDD6C057B49}"/>
              </a:ext>
            </a:extLst>
          </p:cNvPr>
          <p:cNvSpPr/>
          <p:nvPr/>
        </p:nvSpPr>
        <p:spPr>
          <a:xfrm>
            <a:off x="2634229" y="8765528"/>
            <a:ext cx="673921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y </a:t>
            </a:r>
            <a:r>
              <a:rPr lang="pl-PL" sz="900" dirty="0"/>
              <a:t>← </a:t>
            </a:r>
            <a:r>
              <a:rPr lang="pl-PL" sz="900" i="1" dirty="0"/>
              <a:t>y</a:t>
            </a:r>
            <a:r>
              <a:rPr lang="pl-PL" sz="900" dirty="0"/>
              <a:t> + 1</a:t>
            </a:r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474B74EC-CF0B-C9A0-33DB-EB1EDE03A9F3}"/>
              </a:ext>
            </a:extLst>
          </p:cNvPr>
          <p:cNvSpPr/>
          <p:nvPr/>
        </p:nvSpPr>
        <p:spPr>
          <a:xfrm>
            <a:off x="1748836" y="7803807"/>
            <a:ext cx="673921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k </a:t>
            </a:r>
            <a:r>
              <a:rPr lang="pl-PL" sz="900" dirty="0"/>
              <a:t>← </a:t>
            </a:r>
            <a:r>
              <a:rPr lang="pl-PL" sz="900" i="1" dirty="0"/>
              <a:t>k</a:t>
            </a:r>
            <a:r>
              <a:rPr lang="pl-PL" sz="900" dirty="0"/>
              <a:t> + 1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EC56A5-ACA2-F2DF-0E14-FA58434CC3CE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2141323" y="1740493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DF0FEA8-7232-9007-5429-A53729E0B9B6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2141323" y="2265934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7D98729-8BE3-F2F2-2269-26D89312C54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141323" y="2920295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67F67D66-3C3D-3C6A-DC2E-87C9660CAC82}"/>
              </a:ext>
            </a:extLst>
          </p:cNvPr>
          <p:cNvCxnSpPr>
            <a:stCxn id="9" idx="3"/>
            <a:endCxn id="10" idx="0"/>
          </p:cNvCxnSpPr>
          <p:nvPr/>
        </p:nvCxnSpPr>
        <p:spPr>
          <a:xfrm>
            <a:off x="2766278" y="3291775"/>
            <a:ext cx="1137410" cy="371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9AB7834C-57A9-8D31-C475-9B64DB8B9BAE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rot="5400000" flipH="1">
            <a:off x="2533856" y="2736596"/>
            <a:ext cx="977300" cy="1762365"/>
          </a:xfrm>
          <a:prstGeom prst="bentConnector5">
            <a:avLst>
              <a:gd name="adj1" fmla="val -23391"/>
              <a:gd name="adj2" fmla="val -77500"/>
              <a:gd name="adj3" fmla="val 1149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DDFAA366-CD94-78A9-9176-A7230158790E}"/>
              </a:ext>
            </a:extLst>
          </p:cNvPr>
          <p:cNvCxnSpPr>
            <a:stCxn id="9" idx="1"/>
            <a:endCxn id="13" idx="0"/>
          </p:cNvCxnSpPr>
          <p:nvPr/>
        </p:nvCxnSpPr>
        <p:spPr>
          <a:xfrm rot="10800000" flipH="1" flipV="1">
            <a:off x="1516368" y="3291775"/>
            <a:ext cx="624955" cy="1023484"/>
          </a:xfrm>
          <a:prstGeom prst="bentConnector4">
            <a:avLst>
              <a:gd name="adj1" fmla="val -76835"/>
              <a:gd name="adj2" fmla="val 579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EFD887-8305-91A6-04C2-F34440F8399B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2141323" y="4541574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59FDAD2E-BAE6-99AE-DA2B-429CB5C51F43}"/>
              </a:ext>
            </a:extLst>
          </p:cNvPr>
          <p:cNvCxnSpPr>
            <a:stCxn id="14" idx="3"/>
            <a:endCxn id="15" idx="0"/>
          </p:cNvCxnSpPr>
          <p:nvPr/>
        </p:nvCxnSpPr>
        <p:spPr>
          <a:xfrm>
            <a:off x="2766278" y="4913054"/>
            <a:ext cx="546678" cy="371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A9807592-A445-10B0-6B0F-F7D1F2B899B9}"/>
              </a:ext>
            </a:extLst>
          </p:cNvPr>
          <p:cNvCxnSpPr>
            <a:stCxn id="15" idx="2"/>
            <a:endCxn id="14" idx="0"/>
          </p:cNvCxnSpPr>
          <p:nvPr/>
        </p:nvCxnSpPr>
        <p:spPr>
          <a:xfrm rot="5400000" flipH="1">
            <a:off x="2274965" y="4616767"/>
            <a:ext cx="904351" cy="1171633"/>
          </a:xfrm>
          <a:prstGeom prst="bentConnector5">
            <a:avLst>
              <a:gd name="adj1" fmla="val -25278"/>
              <a:gd name="adj2" fmla="val -65412"/>
              <a:gd name="adj3" fmla="val 1167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39AE701E-5598-6C63-BEBB-21CD8F28FDDC}"/>
              </a:ext>
            </a:extLst>
          </p:cNvPr>
          <p:cNvCxnSpPr>
            <a:stCxn id="14" idx="1"/>
            <a:endCxn id="17" idx="0"/>
          </p:cNvCxnSpPr>
          <p:nvPr/>
        </p:nvCxnSpPr>
        <p:spPr>
          <a:xfrm rot="10800000" flipH="1" flipV="1">
            <a:off x="1516368" y="4913054"/>
            <a:ext cx="624955" cy="950535"/>
          </a:xfrm>
          <a:prstGeom prst="bentConnector4">
            <a:avLst>
              <a:gd name="adj1" fmla="val -71416"/>
              <a:gd name="adj2" fmla="val 585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55CE098-80CE-23E2-58DE-A0CA9570DA2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141323" y="6089904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022AB01-DCB1-A838-9291-0A252ACC52D1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3049455" y="7059179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8326CE08-B410-910E-7383-6E795406C110}"/>
              </a:ext>
            </a:extLst>
          </p:cNvPr>
          <p:cNvCxnSpPr>
            <a:stCxn id="18" idx="3"/>
            <a:endCxn id="19" idx="0"/>
          </p:cNvCxnSpPr>
          <p:nvPr/>
        </p:nvCxnSpPr>
        <p:spPr>
          <a:xfrm>
            <a:off x="2766279" y="6461384"/>
            <a:ext cx="283177" cy="371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ADCB5B7F-AB25-689A-80A6-BC1C0703B3B1}"/>
              </a:ext>
            </a:extLst>
          </p:cNvPr>
          <p:cNvCxnSpPr>
            <a:stCxn id="20" idx="3"/>
            <a:endCxn id="22" idx="0"/>
          </p:cNvCxnSpPr>
          <p:nvPr/>
        </p:nvCxnSpPr>
        <p:spPr>
          <a:xfrm>
            <a:off x="3674411" y="7430659"/>
            <a:ext cx="283177" cy="371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157FDF4-6E2E-F975-43D9-413DEEBCB362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3957587" y="8028454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DA29CA65-36A1-F779-3258-3772461FDC54}"/>
              </a:ext>
            </a:extLst>
          </p:cNvPr>
          <p:cNvCxnSpPr>
            <a:cxnSpLocks/>
            <a:stCxn id="23" idx="3"/>
            <a:endCxn id="24" idx="0"/>
          </p:cNvCxnSpPr>
          <p:nvPr/>
        </p:nvCxnSpPr>
        <p:spPr>
          <a:xfrm>
            <a:off x="4582542" y="8399934"/>
            <a:ext cx="1462242" cy="3714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2F4109F-97C5-282B-CB6E-A0D147951E5C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6044784" y="8991842"/>
            <a:ext cx="0" cy="20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37E75244-5CE7-1525-A7B1-20C6930D41F7}"/>
              </a:ext>
            </a:extLst>
          </p:cNvPr>
          <p:cNvCxnSpPr>
            <a:cxnSpLocks/>
            <a:stCxn id="25" idx="3"/>
            <a:endCxn id="27" idx="0"/>
          </p:cNvCxnSpPr>
          <p:nvPr/>
        </p:nvCxnSpPr>
        <p:spPr>
          <a:xfrm>
            <a:off x="7123520" y="9424401"/>
            <a:ext cx="160698" cy="4325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ADA4833-B9DF-1D33-428E-1CBEE77296B5}"/>
              </a:ext>
            </a:extLst>
          </p:cNvPr>
          <p:cNvCxnSpPr>
            <a:cxnSpLocks/>
            <a:stCxn id="25" idx="1"/>
            <a:endCxn id="32" idx="0"/>
          </p:cNvCxnSpPr>
          <p:nvPr/>
        </p:nvCxnSpPr>
        <p:spPr>
          <a:xfrm rot="10800000" flipV="1">
            <a:off x="4629087" y="9424401"/>
            <a:ext cx="336960" cy="9414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A0A43F49-A848-2B4B-566A-A0E6331C65A5}"/>
              </a:ext>
            </a:extLst>
          </p:cNvPr>
          <p:cNvCxnSpPr>
            <a:stCxn id="27" idx="2"/>
            <a:endCxn id="32" idx="0"/>
          </p:cNvCxnSpPr>
          <p:nvPr/>
        </p:nvCxnSpPr>
        <p:spPr>
          <a:xfrm rot="5400000">
            <a:off x="5812443" y="8894033"/>
            <a:ext cx="288420" cy="26551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3392B284-0731-13A6-4BDF-898856E68229}"/>
              </a:ext>
            </a:extLst>
          </p:cNvPr>
          <p:cNvCxnSpPr>
            <a:stCxn id="32" idx="2"/>
            <a:endCxn id="23" idx="0"/>
          </p:cNvCxnSpPr>
          <p:nvPr/>
        </p:nvCxnSpPr>
        <p:spPr>
          <a:xfrm rot="5400000" flipH="1">
            <a:off x="3115919" y="9078954"/>
            <a:ext cx="2354836" cy="671500"/>
          </a:xfrm>
          <a:prstGeom prst="bentConnector5">
            <a:avLst>
              <a:gd name="adj1" fmla="val -9708"/>
              <a:gd name="adj2" fmla="val -576956"/>
              <a:gd name="adj3" fmla="val 1068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47929E3E-78E5-23BF-E044-F630F6C146A6}"/>
              </a:ext>
            </a:extLst>
          </p:cNvPr>
          <p:cNvCxnSpPr>
            <a:cxnSpLocks/>
            <a:stCxn id="23" idx="1"/>
            <a:endCxn id="35" idx="0"/>
          </p:cNvCxnSpPr>
          <p:nvPr/>
        </p:nvCxnSpPr>
        <p:spPr>
          <a:xfrm rot="10800000" flipV="1">
            <a:off x="2971191" y="8399934"/>
            <a:ext cx="361443" cy="3655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C87ACC24-ECF2-1440-B55B-3520BAB76701}"/>
              </a:ext>
            </a:extLst>
          </p:cNvPr>
          <p:cNvCxnSpPr>
            <a:stCxn id="35" idx="2"/>
            <a:endCxn id="20" idx="0"/>
          </p:cNvCxnSpPr>
          <p:nvPr/>
        </p:nvCxnSpPr>
        <p:spPr>
          <a:xfrm rot="5400000" flipH="1" flipV="1">
            <a:off x="2148407" y="8090794"/>
            <a:ext cx="1723831" cy="78266"/>
          </a:xfrm>
          <a:prstGeom prst="bentConnector5">
            <a:avLst>
              <a:gd name="adj1" fmla="val -116939"/>
              <a:gd name="adj2" fmla="val 7312900"/>
              <a:gd name="adj3" fmla="val 108783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>
            <a:extLst>
              <a:ext uri="{FF2B5EF4-FFF2-40B4-BE49-F238E27FC236}">
                <a16:creationId xmlns:a16="http://schemas.microsoft.com/office/drawing/2014/main" id="{79CFC24E-412C-08D3-443A-719A06221819}"/>
              </a:ext>
            </a:extLst>
          </p:cNvPr>
          <p:cNvCxnSpPr>
            <a:stCxn id="20" idx="1"/>
            <a:endCxn id="37" idx="0"/>
          </p:cNvCxnSpPr>
          <p:nvPr/>
        </p:nvCxnSpPr>
        <p:spPr>
          <a:xfrm rot="10800000" flipV="1">
            <a:off x="2085796" y="7430659"/>
            <a:ext cx="338704" cy="373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A0EAAB0F-E217-D649-1DB8-3E2AD361D2CE}"/>
              </a:ext>
            </a:extLst>
          </p:cNvPr>
          <p:cNvCxnSpPr>
            <a:stCxn id="37" idx="2"/>
            <a:endCxn id="18" idx="0"/>
          </p:cNvCxnSpPr>
          <p:nvPr/>
        </p:nvCxnSpPr>
        <p:spPr>
          <a:xfrm rot="5400000" flipH="1" flipV="1">
            <a:off x="1247867" y="7136666"/>
            <a:ext cx="1731385" cy="55527"/>
          </a:xfrm>
          <a:prstGeom prst="bentConnector5">
            <a:avLst>
              <a:gd name="adj1" fmla="val -183646"/>
              <a:gd name="adj2" fmla="val 12180772"/>
              <a:gd name="adj3" fmla="val 1086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Data 127">
            <a:extLst>
              <a:ext uri="{FF2B5EF4-FFF2-40B4-BE49-F238E27FC236}">
                <a16:creationId xmlns:a16="http://schemas.microsoft.com/office/drawing/2014/main" id="{E175062B-F31B-77F4-5998-3B15B6E04F7E}"/>
              </a:ext>
            </a:extLst>
          </p:cNvPr>
          <p:cNvSpPr/>
          <p:nvPr/>
        </p:nvSpPr>
        <p:spPr>
          <a:xfrm>
            <a:off x="218318" y="11545538"/>
            <a:ext cx="2037703" cy="22042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distances</a:t>
            </a:r>
            <a:endParaRPr lang="en-US" sz="900" i="1" dirty="0"/>
          </a:p>
        </p:txBody>
      </p:sp>
      <p:sp>
        <p:nvSpPr>
          <p:cNvPr id="130" name="Terminator 129">
            <a:extLst>
              <a:ext uri="{FF2B5EF4-FFF2-40B4-BE49-F238E27FC236}">
                <a16:creationId xmlns:a16="http://schemas.microsoft.com/office/drawing/2014/main" id="{00A39939-9E26-F7DC-557D-6A80184C5C1D}"/>
              </a:ext>
            </a:extLst>
          </p:cNvPr>
          <p:cNvSpPr/>
          <p:nvPr/>
        </p:nvSpPr>
        <p:spPr>
          <a:xfrm>
            <a:off x="894268" y="11968912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A4CC360D-2952-F8ED-DCDA-C8957679B04C}"/>
              </a:ext>
            </a:extLst>
          </p:cNvPr>
          <p:cNvCxnSpPr>
            <a:stCxn id="18" idx="1"/>
            <a:endCxn id="128" idx="1"/>
          </p:cNvCxnSpPr>
          <p:nvPr/>
        </p:nvCxnSpPr>
        <p:spPr>
          <a:xfrm rot="10800000" flipV="1">
            <a:off x="1237171" y="6461384"/>
            <a:ext cx="279199" cy="50841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5838F0E-31CF-9088-6E58-7D62DAF45F71}"/>
              </a:ext>
            </a:extLst>
          </p:cNvPr>
          <p:cNvCxnSpPr>
            <a:stCxn id="128" idx="4"/>
            <a:endCxn id="130" idx="0"/>
          </p:cNvCxnSpPr>
          <p:nvPr/>
        </p:nvCxnSpPr>
        <p:spPr>
          <a:xfrm flipH="1">
            <a:off x="1237169" y="11765966"/>
            <a:ext cx="1" cy="202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421CD6DA-4079-9B97-F944-9CD891432CF7}"/>
              </a:ext>
            </a:extLst>
          </p:cNvPr>
          <p:cNvSpPr txBox="1"/>
          <p:nvPr/>
        </p:nvSpPr>
        <p:spPr>
          <a:xfrm>
            <a:off x="2755362" y="461359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8F91C1B-FE86-C911-E893-7FA317CE24E4}"/>
              </a:ext>
            </a:extLst>
          </p:cNvPr>
          <p:cNvSpPr txBox="1"/>
          <p:nvPr/>
        </p:nvSpPr>
        <p:spPr>
          <a:xfrm>
            <a:off x="2732784" y="616581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7F763D4-102B-7D60-4712-6568BDBBE64D}"/>
              </a:ext>
            </a:extLst>
          </p:cNvPr>
          <p:cNvSpPr txBox="1"/>
          <p:nvPr/>
        </p:nvSpPr>
        <p:spPr>
          <a:xfrm>
            <a:off x="3664117" y="712537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98D1D6A-768D-8683-5C62-FB87EE9E41B3}"/>
              </a:ext>
            </a:extLst>
          </p:cNvPr>
          <p:cNvSpPr txBox="1"/>
          <p:nvPr/>
        </p:nvSpPr>
        <p:spPr>
          <a:xfrm>
            <a:off x="4589806" y="810185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3CD7790-99D7-E92B-6E04-A49FADB6D864}"/>
              </a:ext>
            </a:extLst>
          </p:cNvPr>
          <p:cNvSpPr txBox="1"/>
          <p:nvPr/>
        </p:nvSpPr>
        <p:spPr>
          <a:xfrm>
            <a:off x="7118517" y="912914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55218A5-AE29-CBFD-6553-9B67AE7FAD3C}"/>
              </a:ext>
            </a:extLst>
          </p:cNvPr>
          <p:cNvSpPr txBox="1"/>
          <p:nvPr/>
        </p:nvSpPr>
        <p:spPr>
          <a:xfrm>
            <a:off x="4547897" y="912914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821BA5D-FEA7-4692-0B15-41544EF3599A}"/>
              </a:ext>
            </a:extLst>
          </p:cNvPr>
          <p:cNvSpPr txBox="1"/>
          <p:nvPr/>
        </p:nvSpPr>
        <p:spPr>
          <a:xfrm>
            <a:off x="2933586" y="809621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0F20603-FE1F-E497-4CAA-6CC47F1CB15F}"/>
              </a:ext>
            </a:extLst>
          </p:cNvPr>
          <p:cNvSpPr txBox="1"/>
          <p:nvPr/>
        </p:nvSpPr>
        <p:spPr>
          <a:xfrm>
            <a:off x="2055511" y="713164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1C798D3-1C55-0D71-2563-7607F1D4D6EC}"/>
              </a:ext>
            </a:extLst>
          </p:cNvPr>
          <p:cNvSpPr txBox="1"/>
          <p:nvPr/>
        </p:nvSpPr>
        <p:spPr>
          <a:xfrm>
            <a:off x="1169333" y="616079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8481C06-F444-83CA-E6F9-4E9868A5ADBB}"/>
              </a:ext>
            </a:extLst>
          </p:cNvPr>
          <p:cNvSpPr txBox="1"/>
          <p:nvPr/>
        </p:nvSpPr>
        <p:spPr>
          <a:xfrm>
            <a:off x="1135467" y="461986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2E97ED2-D8F7-AE5B-D5FE-C16F17C2AFBC}"/>
              </a:ext>
            </a:extLst>
          </p:cNvPr>
          <p:cNvSpPr txBox="1"/>
          <p:nvPr/>
        </p:nvSpPr>
        <p:spPr>
          <a:xfrm>
            <a:off x="1129822" y="298862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171</Words>
  <Application>Microsoft Macintosh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9</cp:revision>
  <dcterms:created xsi:type="dcterms:W3CDTF">2025-11-30T19:03:59Z</dcterms:created>
  <dcterms:modified xsi:type="dcterms:W3CDTF">2026-01-05T15:45:24Z</dcterms:modified>
</cp:coreProperties>
</file>