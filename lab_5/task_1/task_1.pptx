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7" r:id="rId2"/>
  </p:sldIdLst>
  <p:sldSz cx="9144000" cy="10972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700"/>
  </p:normalViewPr>
  <p:slideViewPr>
    <p:cSldViewPr snapToGrid="0">
      <p:cViewPr>
        <p:scale>
          <a:sx n="213" d="100"/>
          <a:sy n="213" d="100"/>
        </p:scale>
        <p:origin x="408" y="-1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95781"/>
            <a:ext cx="7772400" cy="382016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5763261"/>
            <a:ext cx="6858000" cy="264921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31.12.2025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94392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31.12.2025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4130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2735583"/>
            <a:ext cx="7886700" cy="456437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7343143"/>
            <a:ext cx="7886700" cy="240029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31.12.2025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332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2921000"/>
            <a:ext cx="3886200" cy="69621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2921000"/>
            <a:ext cx="3886200" cy="69621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31.12.2025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24915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84202"/>
            <a:ext cx="7886700" cy="21209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2689861"/>
            <a:ext cx="3868340" cy="131825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4008120"/>
            <a:ext cx="3868340" cy="589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2689861"/>
            <a:ext cx="3887391" cy="131825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4008120"/>
            <a:ext cx="3887391" cy="589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31.12.2025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10384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31.12.2025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92584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31.12.2025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48293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731520"/>
            <a:ext cx="2949178" cy="256032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1579882"/>
            <a:ext cx="4629150" cy="7797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3291840"/>
            <a:ext cx="2949178" cy="609854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31.12.2025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88299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731520"/>
            <a:ext cx="2949178" cy="256032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1579882"/>
            <a:ext cx="4629150" cy="779780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3291840"/>
            <a:ext cx="2949178" cy="609854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31.12.2025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13050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31.12.2025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48664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584200"/>
            <a:ext cx="1971675" cy="929894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584200"/>
            <a:ext cx="5800725" cy="929894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31.12.2025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85324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584202"/>
            <a:ext cx="7886700" cy="2120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2921000"/>
            <a:ext cx="7886700" cy="6962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10170162"/>
            <a:ext cx="205740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20D1FC-2253-9541-B174-ECE369BAD33E}" type="datetimeFigureOut">
              <a:rPr lang="pl-PL" smtClean="0"/>
              <a:t>31.12.2025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10170162"/>
            <a:ext cx="308610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10170162"/>
            <a:ext cx="205740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41511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41727B-FEF8-44B3-37B7-3FF4765D230B}"/>
              </a:ext>
            </a:extLst>
          </p:cNvPr>
          <p:cNvSpPr txBox="1"/>
          <p:nvPr/>
        </p:nvSpPr>
        <p:spPr>
          <a:xfrm>
            <a:off x="420571" y="471043"/>
            <a:ext cx="1292020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Zadanie 4.1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008E97-840D-F703-3F7B-50A11CE6F3E5}"/>
              </a:ext>
            </a:extLst>
          </p:cNvPr>
          <p:cNvSpPr txBox="1"/>
          <p:nvPr/>
        </p:nvSpPr>
        <p:spPr>
          <a:xfrm>
            <a:off x="420573" y="811313"/>
            <a:ext cx="6135782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700" dirty="0"/>
              <a:t>Wyszukiwanie wzorca. Algorytm naiwny.</a:t>
            </a:r>
          </a:p>
        </p:txBody>
      </p:sp>
      <p:sp>
        <p:nvSpPr>
          <p:cNvPr id="6" name="Terminator 5">
            <a:extLst>
              <a:ext uri="{FF2B5EF4-FFF2-40B4-BE49-F238E27FC236}">
                <a16:creationId xmlns:a16="http://schemas.microsoft.com/office/drawing/2014/main" id="{E402C046-98F0-65EE-8D76-B5C679C100EC}"/>
              </a:ext>
            </a:extLst>
          </p:cNvPr>
          <p:cNvSpPr/>
          <p:nvPr/>
        </p:nvSpPr>
        <p:spPr>
          <a:xfrm>
            <a:off x="3006805" y="2977790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Start</a:t>
            </a:r>
          </a:p>
        </p:txBody>
      </p:sp>
      <p:sp>
        <p:nvSpPr>
          <p:cNvPr id="7" name="Data 6">
            <a:extLst>
              <a:ext uri="{FF2B5EF4-FFF2-40B4-BE49-F238E27FC236}">
                <a16:creationId xmlns:a16="http://schemas.microsoft.com/office/drawing/2014/main" id="{B8A4C49B-7550-489B-FB16-6D52D32C7784}"/>
              </a:ext>
            </a:extLst>
          </p:cNvPr>
          <p:cNvSpPr/>
          <p:nvPr/>
        </p:nvSpPr>
        <p:spPr>
          <a:xfrm>
            <a:off x="2204555" y="3386605"/>
            <a:ext cx="2290304" cy="24894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Wczytaj</a:t>
            </a:r>
            <a:r>
              <a:rPr lang="en-US" sz="900" dirty="0"/>
              <a:t> </a:t>
            </a:r>
            <a:r>
              <a:rPr lang="en-US" sz="900" i="1" dirty="0"/>
              <a:t>text</a:t>
            </a:r>
            <a:r>
              <a:rPr lang="en-US" sz="900" dirty="0"/>
              <a:t> </a:t>
            </a:r>
            <a:r>
              <a:rPr lang="en-US" sz="900" dirty="0" err="1"/>
              <a:t>i</a:t>
            </a:r>
            <a:r>
              <a:rPr lang="en-US" sz="900" dirty="0"/>
              <a:t> </a:t>
            </a:r>
            <a:r>
              <a:rPr lang="en-US" sz="900" i="1" dirty="0"/>
              <a:t>pattern</a:t>
            </a:r>
            <a:r>
              <a:rPr lang="en-US" sz="900" dirty="0"/>
              <a:t>.</a:t>
            </a:r>
            <a:endParaRPr lang="en-US" sz="900" i="1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E4F07B0-A0A0-B226-879B-1F80B77FC396}"/>
              </a:ext>
            </a:extLst>
          </p:cNvPr>
          <p:cNvCxnSpPr>
            <a:cxnSpLocks/>
          </p:cNvCxnSpPr>
          <p:nvPr/>
        </p:nvCxnSpPr>
        <p:spPr>
          <a:xfrm>
            <a:off x="3349707" y="3204104"/>
            <a:ext cx="1" cy="182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rocess 10">
            <a:extLst>
              <a:ext uri="{FF2B5EF4-FFF2-40B4-BE49-F238E27FC236}">
                <a16:creationId xmlns:a16="http://schemas.microsoft.com/office/drawing/2014/main" id="{857AD6E5-352F-8CCC-60B3-468DFF87EDD0}"/>
              </a:ext>
            </a:extLst>
          </p:cNvPr>
          <p:cNvSpPr/>
          <p:nvPr/>
        </p:nvSpPr>
        <p:spPr>
          <a:xfrm>
            <a:off x="2249148" y="3794411"/>
            <a:ext cx="2201114" cy="74134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text_length</a:t>
            </a:r>
            <a:r>
              <a:rPr lang="pl-PL" sz="900" i="1" dirty="0"/>
              <a:t> </a:t>
            </a:r>
            <a:r>
              <a:rPr lang="pl-PL" sz="900" dirty="0"/>
              <a:t>← długość(</a:t>
            </a:r>
            <a:r>
              <a:rPr lang="pl-PL" sz="900" i="1" dirty="0" err="1"/>
              <a:t>text</a:t>
            </a:r>
            <a:r>
              <a:rPr lang="pl-PL" sz="900" dirty="0"/>
              <a:t>)</a:t>
            </a:r>
          </a:p>
          <a:p>
            <a:pPr algn="ctr"/>
            <a:r>
              <a:rPr lang="pl-PL" sz="900" i="1" dirty="0" err="1"/>
              <a:t>pattern_length</a:t>
            </a:r>
            <a:r>
              <a:rPr lang="pl-PL" sz="900" i="1" dirty="0"/>
              <a:t> </a:t>
            </a:r>
            <a:r>
              <a:rPr lang="pl-PL" sz="900" dirty="0"/>
              <a:t>← długość(</a:t>
            </a:r>
            <a:r>
              <a:rPr lang="pl-PL" sz="900" i="1" dirty="0" err="1"/>
              <a:t>pattern</a:t>
            </a:r>
            <a:r>
              <a:rPr lang="pl-PL" sz="900" dirty="0"/>
              <a:t>)</a:t>
            </a:r>
            <a:br>
              <a:rPr lang="pl-PL" sz="900" dirty="0"/>
            </a:br>
            <a:r>
              <a:rPr lang="pl-PL" sz="900" i="1" dirty="0" err="1"/>
              <a:t>matches</a:t>
            </a:r>
            <a:r>
              <a:rPr lang="pl-PL" sz="900" dirty="0"/>
              <a:t> ← pusta lista</a:t>
            </a:r>
          </a:p>
          <a:p>
            <a:pPr algn="ctr"/>
            <a:r>
              <a:rPr lang="pl-PL" sz="900" i="1" dirty="0"/>
              <a:t>i</a:t>
            </a:r>
            <a:r>
              <a:rPr lang="pl-PL" sz="900" dirty="0"/>
              <a:t> ← 0</a:t>
            </a:r>
          </a:p>
          <a:p>
            <a:pPr algn="ctr"/>
            <a:r>
              <a:rPr lang="pl-PL" sz="900" i="1" dirty="0" err="1"/>
              <a:t>i_max</a:t>
            </a:r>
            <a:r>
              <a:rPr lang="pl-PL" sz="900" i="1" dirty="0"/>
              <a:t> </a:t>
            </a:r>
            <a:r>
              <a:rPr lang="pl-PL" sz="900" dirty="0"/>
              <a:t>← </a:t>
            </a:r>
            <a:r>
              <a:rPr lang="pl-PL" sz="900" i="1" dirty="0" err="1"/>
              <a:t>text_length</a:t>
            </a:r>
            <a:r>
              <a:rPr lang="pl-PL" sz="900" dirty="0"/>
              <a:t> – </a:t>
            </a:r>
            <a:r>
              <a:rPr lang="pl-PL" sz="900" i="1" dirty="0" err="1"/>
              <a:t>pattern_length</a:t>
            </a:r>
            <a:r>
              <a:rPr lang="pl-PL" sz="900" i="1" dirty="0"/>
              <a:t> </a:t>
            </a:r>
            <a:r>
              <a:rPr lang="pl-PL" sz="900" dirty="0"/>
              <a:t>- 1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A83DC63-A03F-F9DE-C0E5-86918B1577AA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3349705" y="3635549"/>
            <a:ext cx="2" cy="1588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4B44A2F1-EB70-08F0-C33B-0B33A47322E2}"/>
              </a:ext>
            </a:extLst>
          </p:cNvPr>
          <p:cNvSpPr/>
          <p:nvPr/>
        </p:nvSpPr>
        <p:spPr>
          <a:xfrm>
            <a:off x="420569" y="1568091"/>
            <a:ext cx="3668105" cy="6520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l-PL" sz="1400" dirty="0">
                <a:solidFill>
                  <a:schemeClr val="accent2"/>
                </a:solidFill>
              </a:rPr>
              <a:t>Konwencja</a:t>
            </a:r>
          </a:p>
          <a:p>
            <a:r>
              <a:rPr lang="pl-PL" dirty="0"/>
              <a:t>Indeksowanie rozpoczyna się od </a:t>
            </a:r>
            <a:r>
              <a:rPr lang="pl-PL" i="1" dirty="0"/>
              <a:t>0</a:t>
            </a:r>
            <a:r>
              <a:rPr lang="pl-PL" dirty="0"/>
              <a:t>.</a:t>
            </a:r>
          </a:p>
        </p:txBody>
      </p:sp>
      <p:sp>
        <p:nvSpPr>
          <p:cNvPr id="26" name="Decision 25">
            <a:extLst>
              <a:ext uri="{FF2B5EF4-FFF2-40B4-BE49-F238E27FC236}">
                <a16:creationId xmlns:a16="http://schemas.microsoft.com/office/drawing/2014/main" id="{1915B7D2-E870-8DD0-339B-52A05F1AA269}"/>
              </a:ext>
            </a:extLst>
          </p:cNvPr>
          <p:cNvSpPr/>
          <p:nvPr/>
        </p:nvSpPr>
        <p:spPr>
          <a:xfrm>
            <a:off x="2726130" y="4697876"/>
            <a:ext cx="1249910" cy="32529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/>
              <a:t>i</a:t>
            </a:r>
            <a:r>
              <a:rPr lang="pl-PL" sz="900" dirty="0"/>
              <a:t> &lt; </a:t>
            </a:r>
            <a:r>
              <a:rPr lang="pl-PL" sz="900" i="1" dirty="0" err="1"/>
              <a:t>i_max</a:t>
            </a:r>
            <a:endParaRPr lang="pl-PL" sz="900" i="1" dirty="0"/>
          </a:p>
        </p:txBody>
      </p:sp>
      <p:sp>
        <p:nvSpPr>
          <p:cNvPr id="29" name="Process 28">
            <a:extLst>
              <a:ext uri="{FF2B5EF4-FFF2-40B4-BE49-F238E27FC236}">
                <a16:creationId xmlns:a16="http://schemas.microsoft.com/office/drawing/2014/main" id="{D3C34488-09A5-D22D-142C-C2BC57A75F9C}"/>
              </a:ext>
            </a:extLst>
          </p:cNvPr>
          <p:cNvSpPr/>
          <p:nvPr/>
        </p:nvSpPr>
        <p:spPr>
          <a:xfrm>
            <a:off x="4211682" y="5185468"/>
            <a:ext cx="566354" cy="22631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/>
              <a:t>j </a:t>
            </a:r>
            <a:r>
              <a:rPr lang="pl-PL" sz="900" dirty="0"/>
              <a:t>← 0</a:t>
            </a:r>
          </a:p>
        </p:txBody>
      </p:sp>
      <p:sp>
        <p:nvSpPr>
          <p:cNvPr id="30" name="Decision 29">
            <a:extLst>
              <a:ext uri="{FF2B5EF4-FFF2-40B4-BE49-F238E27FC236}">
                <a16:creationId xmlns:a16="http://schemas.microsoft.com/office/drawing/2014/main" id="{91F54D4B-E7A6-ED15-7D2A-6BF019ABEBDC}"/>
              </a:ext>
            </a:extLst>
          </p:cNvPr>
          <p:cNvSpPr/>
          <p:nvPr/>
        </p:nvSpPr>
        <p:spPr>
          <a:xfrm>
            <a:off x="3758827" y="5598870"/>
            <a:ext cx="1472064" cy="32529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/>
              <a:t>j</a:t>
            </a:r>
            <a:r>
              <a:rPr lang="pl-PL" sz="900" dirty="0"/>
              <a:t> &lt; </a:t>
            </a:r>
            <a:r>
              <a:rPr lang="pl-PL" sz="900" i="1" dirty="0" err="1"/>
              <a:t>pattern_length</a:t>
            </a:r>
            <a:endParaRPr lang="pl-PL" sz="900" i="1" dirty="0"/>
          </a:p>
        </p:txBody>
      </p:sp>
      <p:sp>
        <p:nvSpPr>
          <p:cNvPr id="31" name="Process 30">
            <a:extLst>
              <a:ext uri="{FF2B5EF4-FFF2-40B4-BE49-F238E27FC236}">
                <a16:creationId xmlns:a16="http://schemas.microsoft.com/office/drawing/2014/main" id="{C4A669FD-2C5C-A26D-1C3C-8515FEAC6E96}"/>
              </a:ext>
            </a:extLst>
          </p:cNvPr>
          <p:cNvSpPr/>
          <p:nvPr/>
        </p:nvSpPr>
        <p:spPr>
          <a:xfrm>
            <a:off x="6581267" y="6573713"/>
            <a:ext cx="566354" cy="22631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j ← j + 1</a:t>
            </a:r>
          </a:p>
        </p:txBody>
      </p:sp>
      <p:sp>
        <p:nvSpPr>
          <p:cNvPr id="34" name="Decision 33">
            <a:extLst>
              <a:ext uri="{FF2B5EF4-FFF2-40B4-BE49-F238E27FC236}">
                <a16:creationId xmlns:a16="http://schemas.microsoft.com/office/drawing/2014/main" id="{D7C8980A-2E19-CC3A-96F1-07A0687CFD18}"/>
              </a:ext>
            </a:extLst>
          </p:cNvPr>
          <p:cNvSpPr/>
          <p:nvPr/>
        </p:nvSpPr>
        <p:spPr>
          <a:xfrm>
            <a:off x="5004953" y="6086291"/>
            <a:ext cx="1614799" cy="32529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pl-PL" sz="900" i="1" dirty="0" err="1"/>
              <a:t>text</a:t>
            </a:r>
            <a:r>
              <a:rPr lang="pl-PL" sz="900" dirty="0"/>
              <a:t>[</a:t>
            </a:r>
            <a:r>
              <a:rPr lang="pl-PL" sz="900" i="1" dirty="0" err="1"/>
              <a:t>i</a:t>
            </a:r>
            <a:r>
              <a:rPr lang="pl-PL" sz="900" dirty="0" err="1"/>
              <a:t>+</a:t>
            </a:r>
            <a:r>
              <a:rPr lang="pl-PL" sz="900" i="1" dirty="0" err="1"/>
              <a:t>j</a:t>
            </a:r>
            <a:r>
              <a:rPr lang="pl-PL" sz="900"/>
              <a:t>] &lt;&gt; </a:t>
            </a:r>
            <a:r>
              <a:rPr lang="pl-PL" sz="900" i="1" dirty="0" err="1"/>
              <a:t>pattern</a:t>
            </a:r>
            <a:r>
              <a:rPr lang="pl-PL" sz="900" dirty="0"/>
              <a:t>[</a:t>
            </a:r>
            <a:r>
              <a:rPr lang="pl-PL" sz="900" i="1" dirty="0"/>
              <a:t>j</a:t>
            </a:r>
            <a:r>
              <a:rPr lang="pl-PL" sz="900" dirty="0"/>
              <a:t>]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EBD4ED8-36DA-4942-9790-61191FFBF37E}"/>
              </a:ext>
            </a:extLst>
          </p:cNvPr>
          <p:cNvCxnSpPr>
            <a:stCxn id="11" idx="2"/>
            <a:endCxn id="26" idx="0"/>
          </p:cNvCxnSpPr>
          <p:nvPr/>
        </p:nvCxnSpPr>
        <p:spPr>
          <a:xfrm>
            <a:off x="3349705" y="4535752"/>
            <a:ext cx="1380" cy="1621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18AD002B-7C9B-D7D8-5C5F-FBA03090899A}"/>
              </a:ext>
            </a:extLst>
          </p:cNvPr>
          <p:cNvCxnSpPr>
            <a:stCxn id="26" idx="3"/>
            <a:endCxn id="29" idx="0"/>
          </p:cNvCxnSpPr>
          <p:nvPr/>
        </p:nvCxnSpPr>
        <p:spPr>
          <a:xfrm>
            <a:off x="3976041" y="4860525"/>
            <a:ext cx="518819" cy="32494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rminator 39">
            <a:extLst>
              <a:ext uri="{FF2B5EF4-FFF2-40B4-BE49-F238E27FC236}">
                <a16:creationId xmlns:a16="http://schemas.microsoft.com/office/drawing/2014/main" id="{C83AE65B-8958-8418-D6DE-744470F9D4B5}"/>
              </a:ext>
            </a:extLst>
          </p:cNvPr>
          <p:cNvSpPr/>
          <p:nvPr/>
        </p:nvSpPr>
        <p:spPr>
          <a:xfrm>
            <a:off x="1241538" y="5664007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Stop</a:t>
            </a:r>
          </a:p>
        </p:txBody>
      </p:sp>
      <p:sp>
        <p:nvSpPr>
          <p:cNvPr id="42" name="Data 41">
            <a:extLst>
              <a:ext uri="{FF2B5EF4-FFF2-40B4-BE49-F238E27FC236}">
                <a16:creationId xmlns:a16="http://schemas.microsoft.com/office/drawing/2014/main" id="{1EC9B146-D94E-555B-E1CE-EAE2083BC928}"/>
              </a:ext>
            </a:extLst>
          </p:cNvPr>
          <p:cNvSpPr/>
          <p:nvPr/>
        </p:nvSpPr>
        <p:spPr>
          <a:xfrm>
            <a:off x="527645" y="5185298"/>
            <a:ext cx="2113589" cy="24894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Wypisz</a:t>
            </a:r>
            <a:r>
              <a:rPr lang="en-US" sz="900" dirty="0"/>
              <a:t> </a:t>
            </a:r>
            <a:r>
              <a:rPr lang="en-US" sz="900" dirty="0" err="1"/>
              <a:t>listę</a:t>
            </a:r>
            <a:r>
              <a:rPr lang="en-US" sz="900" dirty="0"/>
              <a:t> </a:t>
            </a:r>
            <a:r>
              <a:rPr lang="en-US" sz="900" i="1" dirty="0"/>
              <a:t>matches</a:t>
            </a:r>
            <a:r>
              <a:rPr lang="en-US" sz="900" dirty="0"/>
              <a:t>.</a:t>
            </a:r>
            <a:endParaRPr lang="en-US" sz="900" i="1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4A13CBF-679A-4D0C-2D80-3E017904E9CB}"/>
              </a:ext>
            </a:extLst>
          </p:cNvPr>
          <p:cNvCxnSpPr>
            <a:stCxn id="42" idx="4"/>
            <a:endCxn id="40" idx="0"/>
          </p:cNvCxnSpPr>
          <p:nvPr/>
        </p:nvCxnSpPr>
        <p:spPr>
          <a:xfrm flipH="1">
            <a:off x="1584438" y="5434243"/>
            <a:ext cx="2" cy="229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C26F918C-AD45-B27C-8E5E-5E9ED0921829}"/>
              </a:ext>
            </a:extLst>
          </p:cNvPr>
          <p:cNvCxnSpPr>
            <a:stCxn id="26" idx="1"/>
            <a:endCxn id="42" idx="1"/>
          </p:cNvCxnSpPr>
          <p:nvPr/>
        </p:nvCxnSpPr>
        <p:spPr>
          <a:xfrm rot="10800000" flipV="1">
            <a:off x="1584440" y="4860524"/>
            <a:ext cx="1141690" cy="32477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6376071-3D41-1224-9D3A-84F1AC7072D3}"/>
              </a:ext>
            </a:extLst>
          </p:cNvPr>
          <p:cNvCxnSpPr>
            <a:stCxn id="29" idx="2"/>
            <a:endCxn id="30" idx="0"/>
          </p:cNvCxnSpPr>
          <p:nvPr/>
        </p:nvCxnSpPr>
        <p:spPr>
          <a:xfrm>
            <a:off x="4494859" y="5411782"/>
            <a:ext cx="0" cy="1870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B531042B-8E92-E5B3-1CEA-26345DFC98BB}"/>
              </a:ext>
            </a:extLst>
          </p:cNvPr>
          <p:cNvCxnSpPr>
            <a:stCxn id="30" idx="3"/>
            <a:endCxn id="34" idx="0"/>
          </p:cNvCxnSpPr>
          <p:nvPr/>
        </p:nvCxnSpPr>
        <p:spPr>
          <a:xfrm>
            <a:off x="5230892" y="5761519"/>
            <a:ext cx="581461" cy="32477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30140174-D352-D606-F0D2-BB22A5152AA9}"/>
              </a:ext>
            </a:extLst>
          </p:cNvPr>
          <p:cNvCxnSpPr>
            <a:stCxn id="34" idx="3"/>
            <a:endCxn id="31" idx="0"/>
          </p:cNvCxnSpPr>
          <p:nvPr/>
        </p:nvCxnSpPr>
        <p:spPr>
          <a:xfrm>
            <a:off x="6619752" y="6248940"/>
            <a:ext cx="244693" cy="32477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Process 54">
            <a:extLst>
              <a:ext uri="{FF2B5EF4-FFF2-40B4-BE49-F238E27FC236}">
                <a16:creationId xmlns:a16="http://schemas.microsoft.com/office/drawing/2014/main" id="{F427AC2E-8E73-83A6-C1AE-CAAF1DB23DC1}"/>
              </a:ext>
            </a:extLst>
          </p:cNvPr>
          <p:cNvSpPr/>
          <p:nvPr/>
        </p:nvSpPr>
        <p:spPr>
          <a:xfrm>
            <a:off x="4494858" y="6619434"/>
            <a:ext cx="566354" cy="22631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i ← i + 1</a:t>
            </a:r>
          </a:p>
        </p:txBody>
      </p: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D97FC43E-BFFA-5D3D-D89D-9A72BEF4B638}"/>
              </a:ext>
            </a:extLst>
          </p:cNvPr>
          <p:cNvCxnSpPr>
            <a:stCxn id="31" idx="2"/>
            <a:endCxn id="30" idx="0"/>
          </p:cNvCxnSpPr>
          <p:nvPr/>
        </p:nvCxnSpPr>
        <p:spPr>
          <a:xfrm rot="5400000" flipH="1">
            <a:off x="5079074" y="5014658"/>
            <a:ext cx="1201157" cy="2369585"/>
          </a:xfrm>
          <a:prstGeom prst="bentConnector5">
            <a:avLst>
              <a:gd name="adj1" fmla="val -19032"/>
              <a:gd name="adj2" fmla="val -18861"/>
              <a:gd name="adj3" fmla="val 11101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Process 69">
            <a:extLst>
              <a:ext uri="{FF2B5EF4-FFF2-40B4-BE49-F238E27FC236}">
                <a16:creationId xmlns:a16="http://schemas.microsoft.com/office/drawing/2014/main" id="{AF51B514-21C4-E268-5FC8-0702CB965DA0}"/>
              </a:ext>
            </a:extLst>
          </p:cNvPr>
          <p:cNvSpPr/>
          <p:nvPr/>
        </p:nvSpPr>
        <p:spPr>
          <a:xfrm>
            <a:off x="2346355" y="6088866"/>
            <a:ext cx="1903010" cy="22631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Wstaw wartość </a:t>
            </a:r>
            <a:r>
              <a:rPr lang="pl-PL" sz="900" i="1" dirty="0"/>
              <a:t>i</a:t>
            </a:r>
            <a:r>
              <a:rPr lang="pl-PL" sz="900" dirty="0"/>
              <a:t> do listy </a:t>
            </a:r>
            <a:r>
              <a:rPr lang="pl-PL" sz="900" i="1" dirty="0" err="1"/>
              <a:t>matches</a:t>
            </a:r>
            <a:endParaRPr lang="pl-PL" sz="900" i="1" dirty="0"/>
          </a:p>
        </p:txBody>
      </p:sp>
      <p:cxnSp>
        <p:nvCxnSpPr>
          <p:cNvPr id="72" name="Elbow Connector 71">
            <a:extLst>
              <a:ext uri="{FF2B5EF4-FFF2-40B4-BE49-F238E27FC236}">
                <a16:creationId xmlns:a16="http://schemas.microsoft.com/office/drawing/2014/main" id="{7A177FBA-710B-26C9-623D-A1C67CC04135}"/>
              </a:ext>
            </a:extLst>
          </p:cNvPr>
          <p:cNvCxnSpPr>
            <a:stCxn id="30" idx="1"/>
            <a:endCxn id="70" idx="0"/>
          </p:cNvCxnSpPr>
          <p:nvPr/>
        </p:nvCxnSpPr>
        <p:spPr>
          <a:xfrm rot="10800000" flipV="1">
            <a:off x="3297862" y="5761518"/>
            <a:ext cx="460967" cy="32734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2B6B65F4-F857-AF43-8569-70C5B8C1E41E}"/>
              </a:ext>
            </a:extLst>
          </p:cNvPr>
          <p:cNvCxnSpPr>
            <a:stCxn id="70" idx="2"/>
            <a:endCxn id="55" idx="0"/>
          </p:cNvCxnSpPr>
          <p:nvPr/>
        </p:nvCxnSpPr>
        <p:spPr>
          <a:xfrm rot="16200000" flipH="1">
            <a:off x="3885822" y="5727219"/>
            <a:ext cx="304253" cy="148017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60CE7871-EFA7-2AEF-7CC8-0B155C98A0AD}"/>
              </a:ext>
            </a:extLst>
          </p:cNvPr>
          <p:cNvCxnSpPr>
            <a:cxnSpLocks/>
            <a:stCxn id="34" idx="1"/>
            <a:endCxn id="55" idx="0"/>
          </p:cNvCxnSpPr>
          <p:nvPr/>
        </p:nvCxnSpPr>
        <p:spPr>
          <a:xfrm rot="10800000" flipV="1">
            <a:off x="4778037" y="6248939"/>
            <a:ext cx="226917" cy="37049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Elbow Connector 98">
            <a:extLst>
              <a:ext uri="{FF2B5EF4-FFF2-40B4-BE49-F238E27FC236}">
                <a16:creationId xmlns:a16="http://schemas.microsoft.com/office/drawing/2014/main" id="{669B63CB-5DA7-95B9-7D24-E60F97E8A62C}"/>
              </a:ext>
            </a:extLst>
          </p:cNvPr>
          <p:cNvCxnSpPr>
            <a:stCxn id="55" idx="2"/>
            <a:endCxn id="26" idx="0"/>
          </p:cNvCxnSpPr>
          <p:nvPr/>
        </p:nvCxnSpPr>
        <p:spPr>
          <a:xfrm rot="5400000" flipH="1">
            <a:off x="2990624" y="5058337"/>
            <a:ext cx="2147872" cy="1426950"/>
          </a:xfrm>
          <a:prstGeom prst="bentConnector5">
            <a:avLst>
              <a:gd name="adj1" fmla="val -15795"/>
              <a:gd name="adj2" fmla="val -191361"/>
              <a:gd name="adj3" fmla="val 105491"/>
            </a:avLst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DF3527DB-E9ED-5641-A8F8-0BA5A9BEBEE9}"/>
              </a:ext>
            </a:extLst>
          </p:cNvPr>
          <p:cNvSpPr txBox="1"/>
          <p:nvPr/>
        </p:nvSpPr>
        <p:spPr>
          <a:xfrm>
            <a:off x="2357320" y="4584704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3E37FC1-4BFF-444B-8847-0CB2ED81FC9E}"/>
              </a:ext>
            </a:extLst>
          </p:cNvPr>
          <p:cNvSpPr txBox="1"/>
          <p:nvPr/>
        </p:nvSpPr>
        <p:spPr>
          <a:xfrm>
            <a:off x="3939963" y="4584703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AA03EB7-421A-83AF-0361-B898932174A8}"/>
              </a:ext>
            </a:extLst>
          </p:cNvPr>
          <p:cNvSpPr txBox="1"/>
          <p:nvPr/>
        </p:nvSpPr>
        <p:spPr>
          <a:xfrm>
            <a:off x="3405469" y="5481673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60661547-5E2B-3D02-7F29-711C3A393325}"/>
              </a:ext>
            </a:extLst>
          </p:cNvPr>
          <p:cNvSpPr txBox="1"/>
          <p:nvPr/>
        </p:nvSpPr>
        <p:spPr>
          <a:xfrm>
            <a:off x="6496895" y="5962585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89309415-E82A-311B-AEF5-30D94CD37AE9}"/>
              </a:ext>
            </a:extLst>
          </p:cNvPr>
          <p:cNvSpPr txBox="1"/>
          <p:nvPr/>
        </p:nvSpPr>
        <p:spPr>
          <a:xfrm>
            <a:off x="4704210" y="5968144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16BD6947-AA0C-0F35-7B0C-EEA7D70C31FE}"/>
              </a:ext>
            </a:extLst>
          </p:cNvPr>
          <p:cNvSpPr txBox="1"/>
          <p:nvPr/>
        </p:nvSpPr>
        <p:spPr>
          <a:xfrm>
            <a:off x="5169233" y="5500818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</p:spTree>
    <p:extLst>
      <p:ext uri="{BB962C8B-B14F-4D97-AF65-F5344CB8AC3E}">
        <p14:creationId xmlns:p14="http://schemas.microsoft.com/office/powerpoint/2010/main" val="977508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75</TotalTime>
  <Words>109</Words>
  <Application>Microsoft Macintosh PowerPoint</Application>
  <PresentationFormat>Custom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Bartosz Bieniek (bb315945)</dc:creator>
  <cp:lastModifiedBy>Bartosz Bieniek (bb315945)</cp:lastModifiedBy>
  <cp:revision>8</cp:revision>
  <dcterms:created xsi:type="dcterms:W3CDTF">2025-11-30T19:03:59Z</dcterms:created>
  <dcterms:modified xsi:type="dcterms:W3CDTF">2025-12-31T01:12:14Z</dcterms:modified>
</cp:coreProperties>
</file>