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3"/>
    <p:restoredTop sz="94673"/>
  </p:normalViewPr>
  <p:slideViewPr>
    <p:cSldViewPr snapToGrid="0">
      <p:cViewPr>
        <p:scale>
          <a:sx n="253" d="100"/>
          <a:sy n="253" d="100"/>
        </p:scale>
        <p:origin x="144" y="-2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185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514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446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605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762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157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7954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771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172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972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30.11.2025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2130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388674" y="396615"/>
            <a:ext cx="129202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7.1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388676" y="736885"/>
            <a:ext cx="68288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Sortowanie przez wstawianie (</a:t>
            </a:r>
            <a:r>
              <a:rPr lang="pl-PL" sz="2700" i="1" dirty="0" err="1"/>
              <a:t>insertion</a:t>
            </a:r>
            <a:r>
              <a:rPr lang="pl-PL" sz="2700" i="1" dirty="0"/>
              <a:t> sort</a:t>
            </a:r>
            <a:r>
              <a:rPr lang="pl-PL" sz="2700" dirty="0"/>
              <a:t>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383642" y="300649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669749" y="3415304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2726543" y="3232804"/>
            <a:ext cx="1" cy="18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2010665" y="3823111"/>
            <a:ext cx="1431754" cy="34271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← 1</a:t>
            </a:r>
          </a:p>
          <a:p>
            <a:pPr algn="ctr"/>
            <a:r>
              <a:rPr lang="pl-PL" sz="900" dirty="0"/>
              <a:t>n ← długość(</a:t>
            </a:r>
            <a:r>
              <a:rPr lang="pl-PL" sz="900" dirty="0" err="1"/>
              <a:t>values</a:t>
            </a:r>
            <a:r>
              <a:rPr lang="pl-PL" sz="900" dirty="0"/>
              <a:t>)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7B51DAD2-EE0C-CC50-1A99-CDEACF588BF6}"/>
              </a:ext>
            </a:extLst>
          </p:cNvPr>
          <p:cNvSpPr/>
          <p:nvPr/>
        </p:nvSpPr>
        <p:spPr>
          <a:xfrm>
            <a:off x="2193297" y="4421275"/>
            <a:ext cx="1070818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i &lt; n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6A7FF69F-0BC3-DF5D-7416-8894351C890F}"/>
              </a:ext>
            </a:extLst>
          </p:cNvPr>
          <p:cNvSpPr/>
          <p:nvPr/>
        </p:nvSpPr>
        <p:spPr>
          <a:xfrm>
            <a:off x="3442419" y="4810632"/>
            <a:ext cx="1096787" cy="40613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current</a:t>
            </a:r>
            <a:r>
              <a:rPr lang="pl-PL" sz="900" dirty="0"/>
              <a:t> ← </a:t>
            </a:r>
            <a:r>
              <a:rPr lang="pl-PL" sz="900" dirty="0" err="1"/>
              <a:t>values</a:t>
            </a:r>
            <a:r>
              <a:rPr lang="pl-PL" sz="900" dirty="0"/>
              <a:t>[i]</a:t>
            </a:r>
          </a:p>
          <a:p>
            <a:pPr algn="ctr"/>
            <a:r>
              <a:rPr lang="pl-PL" sz="900" dirty="0"/>
              <a:t>j ← i</a:t>
            </a:r>
          </a:p>
        </p:txBody>
      </p:sp>
      <p:sp>
        <p:nvSpPr>
          <p:cNvPr id="20" name="Decision 19">
            <a:extLst>
              <a:ext uri="{FF2B5EF4-FFF2-40B4-BE49-F238E27FC236}">
                <a16:creationId xmlns:a16="http://schemas.microsoft.com/office/drawing/2014/main" id="{17FD94C8-8E34-1014-5C28-B2C34EDFE5F3}"/>
              </a:ext>
            </a:extLst>
          </p:cNvPr>
          <p:cNvSpPr/>
          <p:nvPr/>
        </p:nvSpPr>
        <p:spPr>
          <a:xfrm>
            <a:off x="2812707" y="5497528"/>
            <a:ext cx="2356213" cy="60589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j &gt; 0</a:t>
            </a:r>
          </a:p>
          <a:p>
            <a:pPr algn="ctr"/>
            <a:r>
              <a:rPr lang="pl-PL" sz="900" dirty="0"/>
              <a:t>oraz</a:t>
            </a:r>
          </a:p>
          <a:p>
            <a:pPr algn="ctr"/>
            <a:r>
              <a:rPr lang="pl-PL" sz="900" dirty="0" err="1"/>
              <a:t>values</a:t>
            </a:r>
            <a:r>
              <a:rPr lang="pl-PL" sz="900" dirty="0"/>
              <a:t>[j-1]&gt;</a:t>
            </a:r>
            <a:r>
              <a:rPr lang="pl-PL" sz="900" dirty="0" err="1"/>
              <a:t>current</a:t>
            </a:r>
            <a:endParaRPr lang="pl-PL" sz="900" dirty="0"/>
          </a:p>
        </p:txBody>
      </p:sp>
      <p:sp>
        <p:nvSpPr>
          <p:cNvPr id="23" name="Process 22">
            <a:extLst>
              <a:ext uri="{FF2B5EF4-FFF2-40B4-BE49-F238E27FC236}">
                <a16:creationId xmlns:a16="http://schemas.microsoft.com/office/drawing/2014/main" id="{7728347D-8B30-2B99-8D41-DE2E7E54E130}"/>
              </a:ext>
            </a:extLst>
          </p:cNvPr>
          <p:cNvSpPr/>
          <p:nvPr/>
        </p:nvSpPr>
        <p:spPr>
          <a:xfrm>
            <a:off x="4847406" y="6290601"/>
            <a:ext cx="1252470" cy="40613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[j] ← </a:t>
            </a:r>
            <a:r>
              <a:rPr lang="pl-PL" sz="900" dirty="0" err="1"/>
              <a:t>values</a:t>
            </a:r>
            <a:r>
              <a:rPr lang="pl-PL" sz="900" dirty="0"/>
              <a:t>[j-1]</a:t>
            </a:r>
          </a:p>
          <a:p>
            <a:pPr algn="ctr"/>
            <a:r>
              <a:rPr lang="pl-PL" sz="900" dirty="0"/>
              <a:t>j ← j - 1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5630E8EF-ABF3-0D9D-D741-577DFB2DD08B}"/>
              </a:ext>
            </a:extLst>
          </p:cNvPr>
          <p:cNvSpPr/>
          <p:nvPr/>
        </p:nvSpPr>
        <p:spPr>
          <a:xfrm>
            <a:off x="2036776" y="6260590"/>
            <a:ext cx="1096787" cy="37172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 err="1"/>
              <a:t>values</a:t>
            </a:r>
            <a:r>
              <a:rPr lang="pl-PL" sz="900" dirty="0"/>
              <a:t>[j] ← </a:t>
            </a:r>
            <a:r>
              <a:rPr lang="pl-PL" sz="900" dirty="0" err="1"/>
              <a:t>current</a:t>
            </a:r>
            <a:endParaRPr lang="pl-PL" sz="900" dirty="0"/>
          </a:p>
          <a:p>
            <a:pPr algn="ctr"/>
            <a:r>
              <a:rPr lang="pl-PL" sz="900" dirty="0"/>
              <a:t>i ← i + 1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3DC63-A03F-F9DE-C0E5-86918B1577A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2726542" y="3664249"/>
            <a:ext cx="2" cy="1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D1CA9F-BBB3-C17E-8AD9-4E4A44AB3DE0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2726542" y="4165823"/>
            <a:ext cx="2164" cy="255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4A2F1-EB70-08F0-C33B-0B33A47322E2}"/>
              </a:ext>
            </a:extLst>
          </p:cNvPr>
          <p:cNvSpPr/>
          <p:nvPr/>
        </p:nvSpPr>
        <p:spPr>
          <a:xfrm>
            <a:off x="388673" y="1493661"/>
            <a:ext cx="2875442" cy="919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w tablicach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C4ED7BD-9B32-0AF0-1E5D-1C4C14FAE28A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>
            <a:off x="3264115" y="4583923"/>
            <a:ext cx="726698" cy="2267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FEB813-8E9E-FC54-5AFC-E731E0F58274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3990813" y="5216763"/>
            <a:ext cx="1" cy="280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B3CCEE8D-3E0D-EC2E-01DB-5E3A5572FC7D}"/>
              </a:ext>
            </a:extLst>
          </p:cNvPr>
          <p:cNvCxnSpPr>
            <a:stCxn id="20" idx="3"/>
            <a:endCxn id="23" idx="0"/>
          </p:cNvCxnSpPr>
          <p:nvPr/>
        </p:nvCxnSpPr>
        <p:spPr>
          <a:xfrm>
            <a:off x="5168919" y="5800476"/>
            <a:ext cx="304722" cy="4901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25DCF575-1B1C-9445-4796-A953ED6CB6E1}"/>
              </a:ext>
            </a:extLst>
          </p:cNvPr>
          <p:cNvCxnSpPr>
            <a:stCxn id="23" idx="2"/>
            <a:endCxn id="20" idx="0"/>
          </p:cNvCxnSpPr>
          <p:nvPr/>
        </p:nvCxnSpPr>
        <p:spPr>
          <a:xfrm rot="5400000" flipH="1">
            <a:off x="4132625" y="5355715"/>
            <a:ext cx="1199204" cy="1482828"/>
          </a:xfrm>
          <a:prstGeom prst="bentConnector5">
            <a:avLst>
              <a:gd name="adj1" fmla="val -19063"/>
              <a:gd name="adj2" fmla="val -58289"/>
              <a:gd name="adj3" fmla="val 1121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4D242798-B95D-284B-5E69-D235225E426C}"/>
              </a:ext>
            </a:extLst>
          </p:cNvPr>
          <p:cNvCxnSpPr>
            <a:endCxn id="25" idx="0"/>
          </p:cNvCxnSpPr>
          <p:nvPr/>
        </p:nvCxnSpPr>
        <p:spPr>
          <a:xfrm rot="5400000">
            <a:off x="2468881" y="5916765"/>
            <a:ext cx="460114" cy="227537"/>
          </a:xfrm>
          <a:prstGeom prst="bentConnector3">
            <a:avLst>
              <a:gd name="adj1" fmla="val 6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334635DC-30D8-AC7A-18D2-2C7F26548D39}"/>
              </a:ext>
            </a:extLst>
          </p:cNvPr>
          <p:cNvCxnSpPr>
            <a:cxnSpLocks/>
            <a:stCxn id="25" idx="2"/>
            <a:endCxn id="16" idx="0"/>
          </p:cNvCxnSpPr>
          <p:nvPr/>
        </p:nvCxnSpPr>
        <p:spPr>
          <a:xfrm rot="5400000" flipH="1" flipV="1">
            <a:off x="1551418" y="5455027"/>
            <a:ext cx="2211040" cy="143536"/>
          </a:xfrm>
          <a:prstGeom prst="bentConnector5">
            <a:avLst>
              <a:gd name="adj1" fmla="val -20792"/>
              <a:gd name="adj2" fmla="val 2735951"/>
              <a:gd name="adj3" fmla="val 1080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rminator 81">
            <a:extLst>
              <a:ext uri="{FF2B5EF4-FFF2-40B4-BE49-F238E27FC236}">
                <a16:creationId xmlns:a16="http://schemas.microsoft.com/office/drawing/2014/main" id="{5C01754E-C1AB-7C72-655A-BD3BE003F26E}"/>
              </a:ext>
            </a:extLst>
          </p:cNvPr>
          <p:cNvSpPr/>
          <p:nvPr/>
        </p:nvSpPr>
        <p:spPr>
          <a:xfrm>
            <a:off x="1081753" y="534654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709B05-A522-2201-87BF-27E152866796}"/>
              </a:ext>
            </a:extLst>
          </p:cNvPr>
          <p:cNvSpPr txBox="1"/>
          <p:nvPr/>
        </p:nvSpPr>
        <p:spPr>
          <a:xfrm>
            <a:off x="3259224" y="430001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158DD9-8B52-51A3-4602-46B061FD2092}"/>
              </a:ext>
            </a:extLst>
          </p:cNvPr>
          <p:cNvSpPr txBox="1"/>
          <p:nvPr/>
        </p:nvSpPr>
        <p:spPr>
          <a:xfrm>
            <a:off x="5103769" y="551702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309CB94-4A72-8B67-2EEC-633E24B5C052}"/>
              </a:ext>
            </a:extLst>
          </p:cNvPr>
          <p:cNvSpPr txBox="1"/>
          <p:nvPr/>
        </p:nvSpPr>
        <p:spPr>
          <a:xfrm>
            <a:off x="2481449" y="551702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93" name="Data 92">
            <a:extLst>
              <a:ext uri="{FF2B5EF4-FFF2-40B4-BE49-F238E27FC236}">
                <a16:creationId xmlns:a16="http://schemas.microsoft.com/office/drawing/2014/main" id="{15ECB157-D702-9AB1-E54A-77C4F1674781}"/>
              </a:ext>
            </a:extLst>
          </p:cNvPr>
          <p:cNvSpPr/>
          <p:nvPr/>
        </p:nvSpPr>
        <p:spPr>
          <a:xfrm>
            <a:off x="367860" y="4867833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values</a:t>
            </a:r>
            <a:r>
              <a:rPr lang="en-US" sz="900" dirty="0"/>
              <a:t>.</a:t>
            </a:r>
            <a:endParaRPr lang="en-US" sz="900" i="1" dirty="0"/>
          </a:p>
        </p:txBody>
      </p: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893D4A0C-140D-6346-0496-835BB5228F96}"/>
              </a:ext>
            </a:extLst>
          </p:cNvPr>
          <p:cNvCxnSpPr>
            <a:cxnSpLocks/>
            <a:stCxn id="16" idx="1"/>
            <a:endCxn id="93" idx="1"/>
          </p:cNvCxnSpPr>
          <p:nvPr/>
        </p:nvCxnSpPr>
        <p:spPr>
          <a:xfrm rot="10800000" flipV="1">
            <a:off x="1424655" y="4583923"/>
            <a:ext cx="768642" cy="2839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DED4431-B387-C84C-D9CA-15D8E9109EFC}"/>
              </a:ext>
            </a:extLst>
          </p:cNvPr>
          <p:cNvCxnSpPr>
            <a:stCxn id="93" idx="4"/>
            <a:endCxn id="82" idx="0"/>
          </p:cNvCxnSpPr>
          <p:nvPr/>
        </p:nvCxnSpPr>
        <p:spPr>
          <a:xfrm flipH="1">
            <a:off x="1424654" y="5116777"/>
            <a:ext cx="1" cy="229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8302CD7B-DCA0-75B6-AA66-0FA89627275A}"/>
              </a:ext>
            </a:extLst>
          </p:cNvPr>
          <p:cNvSpPr txBox="1"/>
          <p:nvPr/>
        </p:nvSpPr>
        <p:spPr>
          <a:xfrm>
            <a:off x="1796919" y="4300013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87</Words>
  <Application>Microsoft Macintosh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3</cp:revision>
  <dcterms:created xsi:type="dcterms:W3CDTF">2025-11-30T19:03:59Z</dcterms:created>
  <dcterms:modified xsi:type="dcterms:W3CDTF">2025-11-30T19:45:45Z</dcterms:modified>
</cp:coreProperties>
</file>