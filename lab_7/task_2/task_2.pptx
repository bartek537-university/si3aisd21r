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7" r:id="rId2"/>
  </p:sldIdLst>
  <p:sldSz cx="13716000" cy="1371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73"/>
    <p:restoredTop sz="94673"/>
  </p:normalViewPr>
  <p:slideViewPr>
    <p:cSldViewPr snapToGrid="0">
      <p:cViewPr>
        <p:scale>
          <a:sx n="113" d="100"/>
          <a:sy n="113" d="100"/>
        </p:scale>
        <p:origin x="136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700" y="2244726"/>
            <a:ext cx="11658600" cy="47752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14500" y="7204076"/>
            <a:ext cx="10287000" cy="3311524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30.11.2025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26114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30.11.2025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78448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5832" y="3419479"/>
            <a:ext cx="11830050" cy="5705474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5832" y="9178929"/>
            <a:ext cx="11830050" cy="3000374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82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82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30.11.2025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37285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2975" y="3651250"/>
            <a:ext cx="58293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43725" y="3651250"/>
            <a:ext cx="58293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30.11.2025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17598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1" y="730253"/>
            <a:ext cx="11830050" cy="26511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4763" y="3362326"/>
            <a:ext cx="5802510" cy="1647824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4763" y="5010150"/>
            <a:ext cx="5802510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43725" y="3362326"/>
            <a:ext cx="5831087" cy="1647824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43725" y="5010150"/>
            <a:ext cx="5831087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30.11.2025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08955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30.11.2025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94386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30.11.2025</a:t>
            </a:fld>
            <a:endParaRPr lang="pl-P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91356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914400"/>
            <a:ext cx="4423767" cy="32004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31086" y="1974853"/>
            <a:ext cx="6943725" cy="9747250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4114800"/>
            <a:ext cx="4423767" cy="7623176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30.11.2025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68592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914400"/>
            <a:ext cx="4423767" cy="32004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31086" y="1974853"/>
            <a:ext cx="6943725" cy="9747250"/>
          </a:xfrm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4114800"/>
            <a:ext cx="4423767" cy="7623176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30.11.2025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59109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30.11.2025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71197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15513" y="730250"/>
            <a:ext cx="2957513" cy="1162367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2976" y="730250"/>
            <a:ext cx="8701088" cy="116236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30.11.2025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45856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2975" y="730253"/>
            <a:ext cx="11830050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2975" y="3651250"/>
            <a:ext cx="11830050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2975" y="12712703"/>
            <a:ext cx="30861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20D1FC-2253-9541-B174-ECE369BAD33E}" type="datetimeFigureOut">
              <a:rPr lang="pl-PL" smtClean="0"/>
              <a:t>30.11.2025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43425" y="12712703"/>
            <a:ext cx="462915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86925" y="12712703"/>
            <a:ext cx="30861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88590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C41727B-FEF8-44B3-37B7-3FF4765D230B}"/>
              </a:ext>
            </a:extLst>
          </p:cNvPr>
          <p:cNvSpPr txBox="1"/>
          <p:nvPr/>
        </p:nvSpPr>
        <p:spPr>
          <a:xfrm>
            <a:off x="384116" y="398992"/>
            <a:ext cx="1248740" cy="346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6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Zadanie 7.2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008E97-840D-F703-3F7B-50A11CE6F3E5}"/>
              </a:ext>
            </a:extLst>
          </p:cNvPr>
          <p:cNvSpPr txBox="1"/>
          <p:nvPr/>
        </p:nvSpPr>
        <p:spPr>
          <a:xfrm>
            <a:off x="384118" y="739262"/>
            <a:ext cx="9453357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700" dirty="0"/>
              <a:t>Sortowanie bąbelkowe (</a:t>
            </a:r>
            <a:r>
              <a:rPr lang="pl-PL" sz="2700" i="1" dirty="0" err="1"/>
              <a:t>bubble</a:t>
            </a:r>
            <a:r>
              <a:rPr lang="pl-PL" sz="2700" i="1" dirty="0"/>
              <a:t> sort</a:t>
            </a:r>
            <a:r>
              <a:rPr lang="pl-PL" sz="2700" dirty="0"/>
              <a:t>), wersja zoptymalizowana.</a:t>
            </a:r>
          </a:p>
        </p:txBody>
      </p:sp>
      <p:sp>
        <p:nvSpPr>
          <p:cNvPr id="6" name="Terminator 5">
            <a:extLst>
              <a:ext uri="{FF2B5EF4-FFF2-40B4-BE49-F238E27FC236}">
                <a16:creationId xmlns:a16="http://schemas.microsoft.com/office/drawing/2014/main" id="{E402C046-98F0-65EE-8D76-B5C679C100EC}"/>
              </a:ext>
            </a:extLst>
          </p:cNvPr>
          <p:cNvSpPr/>
          <p:nvPr/>
        </p:nvSpPr>
        <p:spPr>
          <a:xfrm>
            <a:off x="2712187" y="3021930"/>
            <a:ext cx="685800" cy="226314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Start</a:t>
            </a:r>
          </a:p>
        </p:txBody>
      </p:sp>
      <p:sp>
        <p:nvSpPr>
          <p:cNvPr id="7" name="Data 6">
            <a:extLst>
              <a:ext uri="{FF2B5EF4-FFF2-40B4-BE49-F238E27FC236}">
                <a16:creationId xmlns:a16="http://schemas.microsoft.com/office/drawing/2014/main" id="{B8A4C49B-7550-489B-FB16-6D52D32C7784}"/>
              </a:ext>
            </a:extLst>
          </p:cNvPr>
          <p:cNvSpPr/>
          <p:nvPr/>
        </p:nvSpPr>
        <p:spPr>
          <a:xfrm>
            <a:off x="1998294" y="3430744"/>
            <a:ext cx="2113589" cy="248945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 err="1"/>
              <a:t>Wczytaj</a:t>
            </a:r>
            <a:r>
              <a:rPr lang="en-US" sz="900" dirty="0"/>
              <a:t> </a:t>
            </a:r>
            <a:r>
              <a:rPr lang="en-US" sz="900" dirty="0" err="1"/>
              <a:t>listę</a:t>
            </a:r>
            <a:r>
              <a:rPr lang="en-US" sz="900" dirty="0"/>
              <a:t> </a:t>
            </a:r>
            <a:r>
              <a:rPr lang="en-US" sz="900" i="1" dirty="0"/>
              <a:t>values</a:t>
            </a:r>
            <a:r>
              <a:rPr lang="en-US" sz="900" dirty="0"/>
              <a:t>.</a:t>
            </a:r>
            <a:endParaRPr lang="en-US" sz="900" i="1" dirty="0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E4F07B0-A0A0-B226-879B-1F80B77FC396}"/>
              </a:ext>
            </a:extLst>
          </p:cNvPr>
          <p:cNvCxnSpPr>
            <a:cxnSpLocks/>
          </p:cNvCxnSpPr>
          <p:nvPr/>
        </p:nvCxnSpPr>
        <p:spPr>
          <a:xfrm>
            <a:off x="3055088" y="3248244"/>
            <a:ext cx="1" cy="1825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Process 10">
            <a:extLst>
              <a:ext uri="{FF2B5EF4-FFF2-40B4-BE49-F238E27FC236}">
                <a16:creationId xmlns:a16="http://schemas.microsoft.com/office/drawing/2014/main" id="{857AD6E5-352F-8CCC-60B3-468DFF87EDD0}"/>
              </a:ext>
            </a:extLst>
          </p:cNvPr>
          <p:cNvSpPr/>
          <p:nvPr/>
        </p:nvSpPr>
        <p:spPr>
          <a:xfrm>
            <a:off x="2425947" y="3882737"/>
            <a:ext cx="1258280" cy="307777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dirty="0"/>
              <a:t>i ← 0</a:t>
            </a:r>
          </a:p>
          <a:p>
            <a:pPr algn="ctr"/>
            <a:r>
              <a:rPr lang="pl-PL" sz="900" dirty="0"/>
              <a:t>n ← długość(</a:t>
            </a:r>
            <a:r>
              <a:rPr lang="pl-PL" sz="900" dirty="0" err="1"/>
              <a:t>values</a:t>
            </a:r>
            <a:r>
              <a:rPr lang="pl-PL" sz="900" dirty="0"/>
              <a:t>)</a:t>
            </a:r>
          </a:p>
        </p:txBody>
      </p:sp>
      <p:sp>
        <p:nvSpPr>
          <p:cNvPr id="16" name="Decision 15">
            <a:extLst>
              <a:ext uri="{FF2B5EF4-FFF2-40B4-BE49-F238E27FC236}">
                <a16:creationId xmlns:a16="http://schemas.microsoft.com/office/drawing/2014/main" id="{7B51DAD2-EE0C-CC50-1A99-CDEACF588BF6}"/>
              </a:ext>
            </a:extLst>
          </p:cNvPr>
          <p:cNvSpPr/>
          <p:nvPr/>
        </p:nvSpPr>
        <p:spPr>
          <a:xfrm>
            <a:off x="2420445" y="4425019"/>
            <a:ext cx="1263782" cy="307777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dirty="0"/>
              <a:t>i &lt; n - 1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A83DC63-A03F-F9DE-C0E5-86918B1577AA}"/>
              </a:ext>
            </a:extLst>
          </p:cNvPr>
          <p:cNvCxnSpPr>
            <a:cxnSpLocks/>
            <a:stCxn id="7" idx="4"/>
            <a:endCxn id="11" idx="0"/>
          </p:cNvCxnSpPr>
          <p:nvPr/>
        </p:nvCxnSpPr>
        <p:spPr>
          <a:xfrm flipH="1">
            <a:off x="3055088" y="3679689"/>
            <a:ext cx="1" cy="2030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5D1CA9F-BBB3-C17E-8AD9-4E4A44AB3DE0}"/>
              </a:ext>
            </a:extLst>
          </p:cNvPr>
          <p:cNvCxnSpPr>
            <a:cxnSpLocks/>
            <a:stCxn id="11" idx="2"/>
            <a:endCxn id="16" idx="0"/>
          </p:cNvCxnSpPr>
          <p:nvPr/>
        </p:nvCxnSpPr>
        <p:spPr>
          <a:xfrm flipH="1">
            <a:off x="3052337" y="4190514"/>
            <a:ext cx="2751" cy="2345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4B44A2F1-EB70-08F0-C33B-0B33A47322E2}"/>
              </a:ext>
            </a:extLst>
          </p:cNvPr>
          <p:cNvSpPr/>
          <p:nvPr/>
        </p:nvSpPr>
        <p:spPr>
          <a:xfrm>
            <a:off x="384115" y="1496038"/>
            <a:ext cx="2875442" cy="9195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l-PL" sz="1400" dirty="0">
                <a:solidFill>
                  <a:schemeClr val="accent2"/>
                </a:solidFill>
              </a:rPr>
              <a:t>Konwencja</a:t>
            </a:r>
          </a:p>
          <a:p>
            <a:r>
              <a:rPr lang="pl-PL" dirty="0"/>
              <a:t>Indeksowanie w tablicach rozpoczyna się od </a:t>
            </a:r>
            <a:r>
              <a:rPr lang="pl-PL" i="1" dirty="0"/>
              <a:t>0</a:t>
            </a:r>
            <a:r>
              <a:rPr lang="pl-PL" dirty="0"/>
              <a:t>.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B709B05-A522-2201-87BF-27E152866796}"/>
              </a:ext>
            </a:extLst>
          </p:cNvPr>
          <p:cNvSpPr txBox="1"/>
          <p:nvPr/>
        </p:nvSpPr>
        <p:spPr>
          <a:xfrm>
            <a:off x="3632170" y="4307766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9" name="Process 8">
            <a:extLst>
              <a:ext uri="{FF2B5EF4-FFF2-40B4-BE49-F238E27FC236}">
                <a16:creationId xmlns:a16="http://schemas.microsoft.com/office/drawing/2014/main" id="{99127228-632B-AD32-C14F-7C4303FDBA4C}"/>
              </a:ext>
            </a:extLst>
          </p:cNvPr>
          <p:cNvSpPr/>
          <p:nvPr/>
        </p:nvSpPr>
        <p:spPr>
          <a:xfrm>
            <a:off x="3994470" y="4764786"/>
            <a:ext cx="1714501" cy="356946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dirty="0" err="1"/>
              <a:t>any_swaps_occurred</a:t>
            </a:r>
            <a:r>
              <a:rPr lang="pl-PL" sz="900" dirty="0"/>
              <a:t> ← fałsz</a:t>
            </a:r>
          </a:p>
          <a:p>
            <a:pPr algn="ctr"/>
            <a:r>
              <a:rPr lang="pl-PL" sz="900" dirty="0"/>
              <a:t>j ← 0</a:t>
            </a:r>
          </a:p>
        </p:txBody>
      </p:sp>
      <p:sp>
        <p:nvSpPr>
          <p:cNvPr id="12" name="Decision 11">
            <a:extLst>
              <a:ext uri="{FF2B5EF4-FFF2-40B4-BE49-F238E27FC236}">
                <a16:creationId xmlns:a16="http://schemas.microsoft.com/office/drawing/2014/main" id="{00835205-40AB-AD65-C7E8-57803116BD89}"/>
              </a:ext>
            </a:extLst>
          </p:cNvPr>
          <p:cNvSpPr/>
          <p:nvPr/>
        </p:nvSpPr>
        <p:spPr>
          <a:xfrm>
            <a:off x="4190411" y="5426787"/>
            <a:ext cx="1322616" cy="368414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dirty="0"/>
              <a:t>j &lt; n– i – 1 </a:t>
            </a:r>
          </a:p>
        </p:txBody>
      </p:sp>
      <p:sp>
        <p:nvSpPr>
          <p:cNvPr id="30" name="Decision 29">
            <a:extLst>
              <a:ext uri="{FF2B5EF4-FFF2-40B4-BE49-F238E27FC236}">
                <a16:creationId xmlns:a16="http://schemas.microsoft.com/office/drawing/2014/main" id="{C1CF8973-D658-E34A-2A38-A3AF05FF36BE}"/>
              </a:ext>
            </a:extLst>
          </p:cNvPr>
          <p:cNvSpPr/>
          <p:nvPr/>
        </p:nvSpPr>
        <p:spPr>
          <a:xfrm>
            <a:off x="5144000" y="5863355"/>
            <a:ext cx="1498966" cy="642919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dirty="0" err="1"/>
              <a:t>values</a:t>
            </a:r>
            <a:r>
              <a:rPr lang="pl-PL" sz="900" dirty="0"/>
              <a:t>[j] &gt; </a:t>
            </a:r>
            <a:r>
              <a:rPr lang="pl-PL" sz="900" dirty="0" err="1"/>
              <a:t>values</a:t>
            </a:r>
            <a:r>
              <a:rPr lang="pl-PL" sz="900" dirty="0"/>
              <a:t>[j+1]</a:t>
            </a:r>
          </a:p>
        </p:txBody>
      </p:sp>
      <p:sp>
        <p:nvSpPr>
          <p:cNvPr id="31" name="Process 30">
            <a:extLst>
              <a:ext uri="{FF2B5EF4-FFF2-40B4-BE49-F238E27FC236}">
                <a16:creationId xmlns:a16="http://schemas.microsoft.com/office/drawing/2014/main" id="{6363E39E-BCBA-D171-D883-335BEA7B41FE}"/>
              </a:ext>
            </a:extLst>
          </p:cNvPr>
          <p:cNvSpPr/>
          <p:nvPr/>
        </p:nvSpPr>
        <p:spPr>
          <a:xfrm>
            <a:off x="6104120" y="6712626"/>
            <a:ext cx="1681844" cy="642919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dirty="0"/>
              <a:t>temp ← </a:t>
            </a:r>
            <a:r>
              <a:rPr lang="pl-PL" sz="900" dirty="0" err="1"/>
              <a:t>values</a:t>
            </a:r>
            <a:r>
              <a:rPr lang="pl-PL" sz="900" dirty="0"/>
              <a:t>[j+1]</a:t>
            </a:r>
          </a:p>
          <a:p>
            <a:pPr algn="ctr"/>
            <a:r>
              <a:rPr lang="pl-PL" sz="900" dirty="0" err="1"/>
              <a:t>values</a:t>
            </a:r>
            <a:r>
              <a:rPr lang="pl-PL" sz="900" dirty="0"/>
              <a:t>[j+1] ← </a:t>
            </a:r>
            <a:r>
              <a:rPr lang="pl-PL" sz="900" dirty="0" err="1"/>
              <a:t>values</a:t>
            </a:r>
            <a:r>
              <a:rPr lang="pl-PL" sz="900" dirty="0"/>
              <a:t>[j]</a:t>
            </a:r>
          </a:p>
          <a:p>
            <a:pPr algn="ctr"/>
            <a:r>
              <a:rPr lang="pl-PL" sz="900" dirty="0" err="1"/>
              <a:t>values</a:t>
            </a:r>
            <a:r>
              <a:rPr lang="pl-PL" sz="900" dirty="0"/>
              <a:t>[j] ← temp</a:t>
            </a:r>
          </a:p>
          <a:p>
            <a:pPr algn="ctr"/>
            <a:r>
              <a:rPr lang="pl-PL" sz="900" dirty="0" err="1"/>
              <a:t>any_swaps_ocurred</a:t>
            </a:r>
            <a:r>
              <a:rPr lang="pl-PL" sz="900" dirty="0"/>
              <a:t> ← prawda</a:t>
            </a:r>
          </a:p>
        </p:txBody>
      </p:sp>
      <p:cxnSp>
        <p:nvCxnSpPr>
          <p:cNvPr id="35" name="Elbow Connector 34">
            <a:extLst>
              <a:ext uri="{FF2B5EF4-FFF2-40B4-BE49-F238E27FC236}">
                <a16:creationId xmlns:a16="http://schemas.microsoft.com/office/drawing/2014/main" id="{2CA2E658-4AB1-9205-DA1F-8A37653F75A9}"/>
              </a:ext>
            </a:extLst>
          </p:cNvPr>
          <p:cNvCxnSpPr>
            <a:cxnSpLocks/>
            <a:stCxn id="16" idx="3"/>
            <a:endCxn id="9" idx="0"/>
          </p:cNvCxnSpPr>
          <p:nvPr/>
        </p:nvCxnSpPr>
        <p:spPr>
          <a:xfrm>
            <a:off x="3684228" y="4578908"/>
            <a:ext cx="1167493" cy="18587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8B7EC89-FA65-3959-06FF-51FBE82DE318}"/>
              </a:ext>
            </a:extLst>
          </p:cNvPr>
          <p:cNvCxnSpPr>
            <a:stCxn id="9" idx="2"/>
            <a:endCxn id="12" idx="0"/>
          </p:cNvCxnSpPr>
          <p:nvPr/>
        </p:nvCxnSpPr>
        <p:spPr>
          <a:xfrm flipH="1">
            <a:off x="4851720" y="5121733"/>
            <a:ext cx="1" cy="3050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6202B556-AAA8-912D-B846-969134CE0A51}"/>
              </a:ext>
            </a:extLst>
          </p:cNvPr>
          <p:cNvCxnSpPr>
            <a:stCxn id="12" idx="3"/>
            <a:endCxn id="30" idx="0"/>
          </p:cNvCxnSpPr>
          <p:nvPr/>
        </p:nvCxnSpPr>
        <p:spPr>
          <a:xfrm>
            <a:off x="5513027" y="5610994"/>
            <a:ext cx="380456" cy="25236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900EEFF5-5C01-941F-7583-502069B4EA9F}"/>
              </a:ext>
            </a:extLst>
          </p:cNvPr>
          <p:cNvCxnSpPr>
            <a:stCxn id="30" idx="3"/>
            <a:endCxn id="31" idx="0"/>
          </p:cNvCxnSpPr>
          <p:nvPr/>
        </p:nvCxnSpPr>
        <p:spPr>
          <a:xfrm>
            <a:off x="6642966" y="6184815"/>
            <a:ext cx="302076" cy="52781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292F4BAB-5820-737C-9DD1-ACAA0578637F}"/>
              </a:ext>
            </a:extLst>
          </p:cNvPr>
          <p:cNvSpPr txBox="1"/>
          <p:nvPr/>
        </p:nvSpPr>
        <p:spPr>
          <a:xfrm>
            <a:off x="5443899" y="5358635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E64AFDD-38B6-2E23-A591-F5FE9A6062AA}"/>
              </a:ext>
            </a:extLst>
          </p:cNvPr>
          <p:cNvSpPr txBox="1"/>
          <p:nvPr/>
        </p:nvSpPr>
        <p:spPr>
          <a:xfrm>
            <a:off x="6554149" y="5915818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51" name="Process 50">
            <a:extLst>
              <a:ext uri="{FF2B5EF4-FFF2-40B4-BE49-F238E27FC236}">
                <a16:creationId xmlns:a16="http://schemas.microsoft.com/office/drawing/2014/main" id="{7BE4144A-5FD9-110E-7D36-1759008EF4E2}"/>
              </a:ext>
            </a:extLst>
          </p:cNvPr>
          <p:cNvSpPr/>
          <p:nvPr/>
        </p:nvSpPr>
        <p:spPr>
          <a:xfrm>
            <a:off x="5533622" y="7690687"/>
            <a:ext cx="795834" cy="260072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dirty="0"/>
              <a:t>j ← j + 1</a:t>
            </a:r>
          </a:p>
        </p:txBody>
      </p:sp>
      <p:cxnSp>
        <p:nvCxnSpPr>
          <p:cNvPr id="53" name="Elbow Connector 52">
            <a:extLst>
              <a:ext uri="{FF2B5EF4-FFF2-40B4-BE49-F238E27FC236}">
                <a16:creationId xmlns:a16="http://schemas.microsoft.com/office/drawing/2014/main" id="{FD750B10-1D91-2D39-AE62-A3824CFDBC9E}"/>
              </a:ext>
            </a:extLst>
          </p:cNvPr>
          <p:cNvCxnSpPr>
            <a:stCxn id="31" idx="2"/>
            <a:endCxn id="51" idx="0"/>
          </p:cNvCxnSpPr>
          <p:nvPr/>
        </p:nvCxnSpPr>
        <p:spPr>
          <a:xfrm rot="5400000">
            <a:off x="6270721" y="7016365"/>
            <a:ext cx="335143" cy="101350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Elbow Connector 54">
            <a:extLst>
              <a:ext uri="{FF2B5EF4-FFF2-40B4-BE49-F238E27FC236}">
                <a16:creationId xmlns:a16="http://schemas.microsoft.com/office/drawing/2014/main" id="{487ED93D-9E42-7095-2777-731C24886208}"/>
              </a:ext>
            </a:extLst>
          </p:cNvPr>
          <p:cNvCxnSpPr>
            <a:stCxn id="30" idx="1"/>
            <a:endCxn id="51" idx="0"/>
          </p:cNvCxnSpPr>
          <p:nvPr/>
        </p:nvCxnSpPr>
        <p:spPr>
          <a:xfrm rot="10800000" flipH="1" flipV="1">
            <a:off x="5144000" y="6184814"/>
            <a:ext cx="787539" cy="1505873"/>
          </a:xfrm>
          <a:prstGeom prst="bentConnector4">
            <a:avLst>
              <a:gd name="adj1" fmla="val -29027"/>
              <a:gd name="adj2" fmla="val 7889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544677DF-826C-97C0-DA27-2B6F30B5222A}"/>
              </a:ext>
            </a:extLst>
          </p:cNvPr>
          <p:cNvSpPr txBox="1"/>
          <p:nvPr/>
        </p:nvSpPr>
        <p:spPr>
          <a:xfrm>
            <a:off x="4815323" y="5912060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cxnSp>
        <p:nvCxnSpPr>
          <p:cNvPr id="60" name="Elbow Connector 59">
            <a:extLst>
              <a:ext uri="{FF2B5EF4-FFF2-40B4-BE49-F238E27FC236}">
                <a16:creationId xmlns:a16="http://schemas.microsoft.com/office/drawing/2014/main" id="{F8F01273-8C20-0B7A-B309-480F9CACAA06}"/>
              </a:ext>
            </a:extLst>
          </p:cNvPr>
          <p:cNvCxnSpPr>
            <a:stCxn id="51" idx="2"/>
            <a:endCxn id="12" idx="0"/>
          </p:cNvCxnSpPr>
          <p:nvPr/>
        </p:nvCxnSpPr>
        <p:spPr>
          <a:xfrm rot="5400000" flipH="1">
            <a:off x="4129643" y="6148863"/>
            <a:ext cx="2523972" cy="1079820"/>
          </a:xfrm>
          <a:prstGeom prst="bentConnector5">
            <a:avLst>
              <a:gd name="adj1" fmla="val -9057"/>
              <a:gd name="adj2" fmla="val -192044"/>
              <a:gd name="adj3" fmla="val 10905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Decision 63">
            <a:extLst>
              <a:ext uri="{FF2B5EF4-FFF2-40B4-BE49-F238E27FC236}">
                <a16:creationId xmlns:a16="http://schemas.microsoft.com/office/drawing/2014/main" id="{6A46E125-D125-B78B-E94D-9264048BA3A3}"/>
              </a:ext>
            </a:extLst>
          </p:cNvPr>
          <p:cNvSpPr/>
          <p:nvPr/>
        </p:nvSpPr>
        <p:spPr>
          <a:xfrm>
            <a:off x="1469229" y="5912059"/>
            <a:ext cx="2634666" cy="356946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dirty="0" err="1"/>
              <a:t>any_swaps_occurred</a:t>
            </a:r>
            <a:endParaRPr lang="pl-PL" sz="900" dirty="0"/>
          </a:p>
        </p:txBody>
      </p:sp>
      <p:cxnSp>
        <p:nvCxnSpPr>
          <p:cNvPr id="67" name="Elbow Connector 66">
            <a:extLst>
              <a:ext uri="{FF2B5EF4-FFF2-40B4-BE49-F238E27FC236}">
                <a16:creationId xmlns:a16="http://schemas.microsoft.com/office/drawing/2014/main" id="{2B697B47-2E1A-BF58-A77B-334467343C25}"/>
              </a:ext>
            </a:extLst>
          </p:cNvPr>
          <p:cNvCxnSpPr>
            <a:cxnSpLocks/>
            <a:stCxn id="12" idx="1"/>
            <a:endCxn id="64" idx="0"/>
          </p:cNvCxnSpPr>
          <p:nvPr/>
        </p:nvCxnSpPr>
        <p:spPr>
          <a:xfrm rot="10800000" flipV="1">
            <a:off x="2786564" y="5610994"/>
            <a:ext cx="1403849" cy="30106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Process 73">
            <a:extLst>
              <a:ext uri="{FF2B5EF4-FFF2-40B4-BE49-F238E27FC236}">
                <a16:creationId xmlns:a16="http://schemas.microsoft.com/office/drawing/2014/main" id="{2FB20F98-F04A-25F2-314D-CA37B83DF93D}"/>
              </a:ext>
            </a:extLst>
          </p:cNvPr>
          <p:cNvSpPr/>
          <p:nvPr/>
        </p:nvSpPr>
        <p:spPr>
          <a:xfrm>
            <a:off x="3488488" y="6657390"/>
            <a:ext cx="1258280" cy="235278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dirty="0"/>
              <a:t>i ← i + 1</a:t>
            </a:r>
          </a:p>
        </p:txBody>
      </p:sp>
      <p:cxnSp>
        <p:nvCxnSpPr>
          <p:cNvPr id="76" name="Elbow Connector 75">
            <a:extLst>
              <a:ext uri="{FF2B5EF4-FFF2-40B4-BE49-F238E27FC236}">
                <a16:creationId xmlns:a16="http://schemas.microsoft.com/office/drawing/2014/main" id="{DA58E254-1B34-A3BB-0989-CE3B0360F95A}"/>
              </a:ext>
            </a:extLst>
          </p:cNvPr>
          <p:cNvCxnSpPr>
            <a:stCxn id="64" idx="3"/>
            <a:endCxn id="74" idx="0"/>
          </p:cNvCxnSpPr>
          <p:nvPr/>
        </p:nvCxnSpPr>
        <p:spPr>
          <a:xfrm>
            <a:off x="4103896" y="6090532"/>
            <a:ext cx="13733" cy="56685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260E8485-A8B3-BA2B-02B7-87D07BB9CCB7}"/>
              </a:ext>
            </a:extLst>
          </p:cNvPr>
          <p:cNvSpPr txBox="1"/>
          <p:nvPr/>
        </p:nvSpPr>
        <p:spPr>
          <a:xfrm>
            <a:off x="3746907" y="5814051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cxnSp>
        <p:nvCxnSpPr>
          <p:cNvPr id="79" name="Elbow Connector 78">
            <a:extLst>
              <a:ext uri="{FF2B5EF4-FFF2-40B4-BE49-F238E27FC236}">
                <a16:creationId xmlns:a16="http://schemas.microsoft.com/office/drawing/2014/main" id="{C195AA91-3A62-8CEF-5199-E8DBD71E323D}"/>
              </a:ext>
            </a:extLst>
          </p:cNvPr>
          <p:cNvCxnSpPr>
            <a:stCxn id="74" idx="2"/>
            <a:endCxn id="16" idx="0"/>
          </p:cNvCxnSpPr>
          <p:nvPr/>
        </p:nvCxnSpPr>
        <p:spPr>
          <a:xfrm rot="5400000" flipH="1">
            <a:off x="2351158" y="5126198"/>
            <a:ext cx="2467649" cy="1065292"/>
          </a:xfrm>
          <a:prstGeom prst="bentConnector5">
            <a:avLst>
              <a:gd name="adj1" fmla="val -65112"/>
              <a:gd name="adj2" fmla="val -390645"/>
              <a:gd name="adj3" fmla="val 10714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Data 83">
            <a:extLst>
              <a:ext uri="{FF2B5EF4-FFF2-40B4-BE49-F238E27FC236}">
                <a16:creationId xmlns:a16="http://schemas.microsoft.com/office/drawing/2014/main" id="{617A92E9-0D4A-C885-D903-3DCCCE6011A9}"/>
              </a:ext>
            </a:extLst>
          </p:cNvPr>
          <p:cNvSpPr/>
          <p:nvPr/>
        </p:nvSpPr>
        <p:spPr>
          <a:xfrm>
            <a:off x="431577" y="6977425"/>
            <a:ext cx="2113589" cy="248945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 err="1"/>
              <a:t>Wypisz</a:t>
            </a:r>
            <a:r>
              <a:rPr lang="en-US" sz="900" dirty="0"/>
              <a:t> </a:t>
            </a:r>
            <a:r>
              <a:rPr lang="en-US" sz="900" dirty="0" err="1"/>
              <a:t>listę</a:t>
            </a:r>
            <a:r>
              <a:rPr lang="en-US" sz="900" dirty="0"/>
              <a:t> </a:t>
            </a:r>
            <a:r>
              <a:rPr lang="en-US" sz="900" i="1" dirty="0"/>
              <a:t>values</a:t>
            </a:r>
            <a:r>
              <a:rPr lang="en-US" sz="900" dirty="0"/>
              <a:t>.</a:t>
            </a:r>
            <a:endParaRPr lang="en-US" sz="900" i="1" dirty="0"/>
          </a:p>
        </p:txBody>
      </p:sp>
      <p:sp>
        <p:nvSpPr>
          <p:cNvPr id="86" name="Terminator 85">
            <a:extLst>
              <a:ext uri="{FF2B5EF4-FFF2-40B4-BE49-F238E27FC236}">
                <a16:creationId xmlns:a16="http://schemas.microsoft.com/office/drawing/2014/main" id="{D4325F8B-CE45-C544-81FC-0FE8CBD8C387}"/>
              </a:ext>
            </a:extLst>
          </p:cNvPr>
          <p:cNvSpPr/>
          <p:nvPr/>
        </p:nvSpPr>
        <p:spPr>
          <a:xfrm>
            <a:off x="1145470" y="7432986"/>
            <a:ext cx="685800" cy="226314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Stop</a:t>
            </a: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9DF1EA47-A793-B760-2A4C-BB414F554531}"/>
              </a:ext>
            </a:extLst>
          </p:cNvPr>
          <p:cNvCxnSpPr>
            <a:stCxn id="84" idx="4"/>
            <a:endCxn id="86" idx="0"/>
          </p:cNvCxnSpPr>
          <p:nvPr/>
        </p:nvCxnSpPr>
        <p:spPr>
          <a:xfrm flipH="1">
            <a:off x="1488371" y="7226370"/>
            <a:ext cx="1" cy="2066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6C332327-4884-764A-7396-A575984665AA}"/>
              </a:ext>
            </a:extLst>
          </p:cNvPr>
          <p:cNvSpPr txBox="1"/>
          <p:nvPr/>
        </p:nvSpPr>
        <p:spPr>
          <a:xfrm>
            <a:off x="1313925" y="5808959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cxnSp>
        <p:nvCxnSpPr>
          <p:cNvPr id="101" name="Elbow Connector 100">
            <a:extLst>
              <a:ext uri="{FF2B5EF4-FFF2-40B4-BE49-F238E27FC236}">
                <a16:creationId xmlns:a16="http://schemas.microsoft.com/office/drawing/2014/main" id="{C2353B17-F1E8-781D-6884-B83C8FB197C0}"/>
              </a:ext>
            </a:extLst>
          </p:cNvPr>
          <p:cNvCxnSpPr>
            <a:stCxn id="64" idx="1"/>
            <a:endCxn id="84" idx="1"/>
          </p:cNvCxnSpPr>
          <p:nvPr/>
        </p:nvCxnSpPr>
        <p:spPr>
          <a:xfrm rot="10800000" flipH="1" flipV="1">
            <a:off x="1469229" y="6090532"/>
            <a:ext cx="19142" cy="886892"/>
          </a:xfrm>
          <a:prstGeom prst="bentConnector4">
            <a:avLst>
              <a:gd name="adj1" fmla="val -2900282"/>
              <a:gd name="adj2" fmla="val 6006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Elbow Connector 111">
            <a:extLst>
              <a:ext uri="{FF2B5EF4-FFF2-40B4-BE49-F238E27FC236}">
                <a16:creationId xmlns:a16="http://schemas.microsoft.com/office/drawing/2014/main" id="{703ACC5D-A5D3-65E9-D6C8-47099B1B4C8B}"/>
              </a:ext>
            </a:extLst>
          </p:cNvPr>
          <p:cNvCxnSpPr>
            <a:stCxn id="16" idx="1"/>
          </p:cNvCxnSpPr>
          <p:nvPr/>
        </p:nvCxnSpPr>
        <p:spPr>
          <a:xfrm rot="10800000" flipV="1">
            <a:off x="908372" y="4578908"/>
            <a:ext cx="1512075" cy="1511624"/>
          </a:xfrm>
          <a:prstGeom prst="bentConnector3">
            <a:avLst>
              <a:gd name="adj1" fmla="val 99674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2EEAFCB5-E306-4E8E-A2B8-3EF2B0A1AC03}"/>
              </a:ext>
            </a:extLst>
          </p:cNvPr>
          <p:cNvSpPr txBox="1"/>
          <p:nvPr/>
        </p:nvSpPr>
        <p:spPr>
          <a:xfrm>
            <a:off x="2060890" y="4301469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</p:spTree>
    <p:extLst>
      <p:ext uri="{BB962C8B-B14F-4D97-AF65-F5344CB8AC3E}">
        <p14:creationId xmlns:p14="http://schemas.microsoft.com/office/powerpoint/2010/main" val="977508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53</TotalTime>
  <Words>126</Words>
  <Application>Microsoft Macintosh PowerPoint</Application>
  <PresentationFormat>Custom</PresentationFormat>
  <Paragraphs>29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Bartosz Bieniek (bb315945)</dc:creator>
  <cp:lastModifiedBy>Bartosz Bieniek (bb315945)</cp:lastModifiedBy>
  <cp:revision>2</cp:revision>
  <dcterms:created xsi:type="dcterms:W3CDTF">2025-11-30T19:03:59Z</dcterms:created>
  <dcterms:modified xsi:type="dcterms:W3CDTF">2025-11-30T19:59:50Z</dcterms:modified>
</cp:coreProperties>
</file>