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1"/>
    <p:restoredTop sz="94673"/>
  </p:normalViewPr>
  <p:slideViewPr>
    <p:cSldViewPr snapToGrid="0">
      <p:cViewPr>
        <p:scale>
          <a:sx n="205" d="100"/>
          <a:sy n="205" d="100"/>
        </p:scale>
        <p:origin x="144" y="-1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657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303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328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5875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252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017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912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9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556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411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715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208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63960" y="443521"/>
            <a:ext cx="12920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7.3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63964" y="783791"/>
            <a:ext cx="68288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700" dirty="0"/>
              <a:t>Sortowanie szybkie (</a:t>
            </a:r>
            <a:r>
              <a:rPr lang="pl-PL" sz="2700" i="1" dirty="0" err="1"/>
              <a:t>quick</a:t>
            </a:r>
            <a:r>
              <a:rPr lang="pl-PL" sz="2700" i="1" dirty="0"/>
              <a:t> sort</a:t>
            </a:r>
            <a:r>
              <a:rPr lang="pl-PL" sz="2700" dirty="0"/>
              <a:t>).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363959" y="1540567"/>
            <a:ext cx="2875442" cy="919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w tablicach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7CD38615-903A-8B68-7E2B-697695385CA7}"/>
              </a:ext>
            </a:extLst>
          </p:cNvPr>
          <p:cNvSpPr/>
          <p:nvPr/>
        </p:nvSpPr>
        <p:spPr>
          <a:xfrm>
            <a:off x="4453256" y="3608731"/>
            <a:ext cx="1936468" cy="31525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end – start &gt;= 2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901EACBF-AB12-5CB8-CB45-E6C0A745413E}"/>
              </a:ext>
            </a:extLst>
          </p:cNvPr>
          <p:cNvSpPr/>
          <p:nvPr/>
        </p:nvSpPr>
        <p:spPr>
          <a:xfrm>
            <a:off x="5514812" y="4328938"/>
            <a:ext cx="3863877" cy="132818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random_swap_pivot</a:t>
            </a:r>
            <a:r>
              <a:rPr lang="pl-PL" sz="900" dirty="0"/>
              <a:t> ← losowa liczba całkowita z przedziału [start, end-1]</a:t>
            </a:r>
          </a:p>
          <a:p>
            <a:pPr algn="ctr"/>
            <a:r>
              <a:rPr lang="pl-PL" sz="900" dirty="0" err="1"/>
              <a:t>pivot_value</a:t>
            </a:r>
            <a:r>
              <a:rPr lang="pl-PL" sz="900" dirty="0"/>
              <a:t>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random_swap_pivot</a:t>
            </a:r>
            <a:r>
              <a:rPr lang="pl-PL" sz="900" dirty="0"/>
              <a:t>]</a:t>
            </a:r>
          </a:p>
          <a:p>
            <a:pPr algn="ctr"/>
            <a:endParaRPr lang="pl-PL" sz="900" dirty="0"/>
          </a:p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[end-1]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[end-1]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random_swap_pivot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random_swap_pivot</a:t>
            </a:r>
            <a:r>
              <a:rPr lang="pl-PL" sz="900" dirty="0"/>
              <a:t>] ← temp</a:t>
            </a:r>
          </a:p>
          <a:p>
            <a:pPr algn="ctr"/>
            <a:endParaRPr lang="pl-PL" sz="900" dirty="0"/>
          </a:p>
          <a:p>
            <a:pPr algn="ctr"/>
            <a:r>
              <a:rPr lang="pl-PL" sz="900" dirty="0" err="1"/>
              <a:t>pivot_index</a:t>
            </a:r>
            <a:r>
              <a:rPr lang="pl-PL" sz="900" dirty="0"/>
              <a:t> ← start</a:t>
            </a:r>
          </a:p>
          <a:p>
            <a:pPr algn="ctr"/>
            <a:r>
              <a:rPr lang="pl-PL" sz="900" dirty="0"/>
              <a:t>i ← start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5018C5D6-5371-8973-B912-11AA455286A5}"/>
              </a:ext>
            </a:extLst>
          </p:cNvPr>
          <p:cNvSpPr/>
          <p:nvPr/>
        </p:nvSpPr>
        <p:spPr>
          <a:xfrm>
            <a:off x="6717115" y="5972585"/>
            <a:ext cx="1459269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end-1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2EE696F9-280F-B59C-13E8-0135134D85F7}"/>
              </a:ext>
            </a:extLst>
          </p:cNvPr>
          <p:cNvSpPr/>
          <p:nvPr/>
        </p:nvSpPr>
        <p:spPr>
          <a:xfrm>
            <a:off x="7446748" y="6540189"/>
            <a:ext cx="1931940" cy="436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[i] &lt; </a:t>
            </a:r>
            <a:r>
              <a:rPr lang="pl-PL" sz="900" dirty="0" err="1"/>
              <a:t>pivot_value</a:t>
            </a:r>
            <a:endParaRPr lang="pl-PL" sz="900" dirty="0"/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595AD193-44F7-E927-285E-7AA4A8D03FE9}"/>
              </a:ext>
            </a:extLst>
          </p:cNvPr>
          <p:cNvSpPr/>
          <p:nvPr/>
        </p:nvSpPr>
        <p:spPr>
          <a:xfrm>
            <a:off x="8633247" y="7220138"/>
            <a:ext cx="1842012" cy="69403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pivot_index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pivot_index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[i]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[i] ← temp</a:t>
            </a:r>
          </a:p>
          <a:p>
            <a:pPr algn="ctr"/>
            <a:r>
              <a:rPr lang="pl-PL" sz="900" dirty="0" err="1"/>
              <a:t>pivot_index</a:t>
            </a:r>
            <a:r>
              <a:rPr lang="pl-PL" sz="900" dirty="0"/>
              <a:t> ← </a:t>
            </a:r>
            <a:r>
              <a:rPr lang="pl-PL" sz="900" dirty="0" err="1"/>
              <a:t>pivot_index</a:t>
            </a:r>
            <a:r>
              <a:rPr lang="pl-PL" sz="900" dirty="0"/>
              <a:t> + 1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819202A-57DA-59B9-277C-E1526E928F69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9378689" y="6758557"/>
            <a:ext cx="175565" cy="4615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cess 23">
            <a:extLst>
              <a:ext uri="{FF2B5EF4-FFF2-40B4-BE49-F238E27FC236}">
                <a16:creationId xmlns:a16="http://schemas.microsoft.com/office/drawing/2014/main" id="{F4B0F040-45E4-14A8-88B7-31BF49C3624F}"/>
              </a:ext>
            </a:extLst>
          </p:cNvPr>
          <p:cNvSpPr/>
          <p:nvPr/>
        </p:nvSpPr>
        <p:spPr>
          <a:xfrm>
            <a:off x="8028257" y="8375756"/>
            <a:ext cx="768923" cy="27201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6DE01A7F-D969-1DE6-B103-D4110C2537EF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 rot="5400000">
            <a:off x="8752696" y="7574200"/>
            <a:ext cx="461580" cy="11415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3D7514E-A8E1-113F-2C60-1AC357C59C09}"/>
              </a:ext>
            </a:extLst>
          </p:cNvPr>
          <p:cNvSpPr txBox="1"/>
          <p:nvPr/>
        </p:nvSpPr>
        <p:spPr>
          <a:xfrm>
            <a:off x="9229887" y="64507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8C600DD3-844A-7D5B-883D-F533B609CAD3}"/>
              </a:ext>
            </a:extLst>
          </p:cNvPr>
          <p:cNvCxnSpPr>
            <a:stCxn id="14" idx="1"/>
            <a:endCxn id="24" idx="0"/>
          </p:cNvCxnSpPr>
          <p:nvPr/>
        </p:nvCxnSpPr>
        <p:spPr>
          <a:xfrm rot="10800000" flipH="1" flipV="1">
            <a:off x="7446748" y="6758556"/>
            <a:ext cx="965970" cy="1617199"/>
          </a:xfrm>
          <a:prstGeom prst="bentConnector4">
            <a:avLst>
              <a:gd name="adj1" fmla="val -23665"/>
              <a:gd name="adj2" fmla="val 685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C7EF62-B2C4-FF94-C728-1E109C8FC518}"/>
              </a:ext>
            </a:extLst>
          </p:cNvPr>
          <p:cNvSpPr txBox="1"/>
          <p:nvPr/>
        </p:nvSpPr>
        <p:spPr>
          <a:xfrm>
            <a:off x="7154017" y="648653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1782A057-FE3E-3B31-F139-71C660EDC024}"/>
              </a:ext>
            </a:extLst>
          </p:cNvPr>
          <p:cNvCxnSpPr>
            <a:stCxn id="24" idx="2"/>
            <a:endCxn id="12" idx="0"/>
          </p:cNvCxnSpPr>
          <p:nvPr/>
        </p:nvCxnSpPr>
        <p:spPr>
          <a:xfrm rot="5400000" flipH="1">
            <a:off x="6592140" y="6827196"/>
            <a:ext cx="2675189" cy="965969"/>
          </a:xfrm>
          <a:prstGeom prst="bentConnector5">
            <a:avLst>
              <a:gd name="adj1" fmla="val -6904"/>
              <a:gd name="adj2" fmla="val -237001"/>
              <a:gd name="adj3" fmla="val 1066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267C9C-B4DA-D15D-9DEA-1D6F879B07EB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7446750" y="5657124"/>
            <a:ext cx="1" cy="315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03157578-969A-9614-0809-A453BCC654A8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8176384" y="6135233"/>
            <a:ext cx="236335" cy="404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4C4F168-EC61-C470-BA93-2B6E54949A4F}"/>
              </a:ext>
            </a:extLst>
          </p:cNvPr>
          <p:cNvSpPr txBox="1"/>
          <p:nvPr/>
        </p:nvSpPr>
        <p:spPr>
          <a:xfrm>
            <a:off x="8054694" y="586321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3" name="Process 52">
            <a:extLst>
              <a:ext uri="{FF2B5EF4-FFF2-40B4-BE49-F238E27FC236}">
                <a16:creationId xmlns:a16="http://schemas.microsoft.com/office/drawing/2014/main" id="{78885B46-5FBC-D009-68B1-AE37948FDB5C}"/>
              </a:ext>
            </a:extLst>
          </p:cNvPr>
          <p:cNvSpPr/>
          <p:nvPr/>
        </p:nvSpPr>
        <p:spPr>
          <a:xfrm>
            <a:off x="4431614" y="6527853"/>
            <a:ext cx="2134744" cy="53292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pivot_index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pivot_index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[end-1]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[end-1] ← temp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553E905-6CBA-9673-E069-61F61399B6A0}"/>
              </a:ext>
            </a:extLst>
          </p:cNvPr>
          <p:cNvCxnSpPr>
            <a:endCxn id="53" idx="0"/>
          </p:cNvCxnSpPr>
          <p:nvPr/>
        </p:nvCxnSpPr>
        <p:spPr>
          <a:xfrm rot="10800000" flipV="1">
            <a:off x="5498986" y="6135233"/>
            <a:ext cx="1218128" cy="3926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BFCE739-6168-218E-9195-31AE3A761F7B}"/>
              </a:ext>
            </a:extLst>
          </p:cNvPr>
          <p:cNvSpPr txBox="1"/>
          <p:nvPr/>
        </p:nvSpPr>
        <p:spPr>
          <a:xfrm>
            <a:off x="6389725" y="586321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58" name="Predefined Process 57">
            <a:extLst>
              <a:ext uri="{FF2B5EF4-FFF2-40B4-BE49-F238E27FC236}">
                <a16:creationId xmlns:a16="http://schemas.microsoft.com/office/drawing/2014/main" id="{3417E229-D324-88DB-090D-9FDA5E60B54E}"/>
              </a:ext>
            </a:extLst>
          </p:cNvPr>
          <p:cNvSpPr/>
          <p:nvPr/>
        </p:nvSpPr>
        <p:spPr>
          <a:xfrm>
            <a:off x="3933114" y="7290395"/>
            <a:ext cx="3129172" cy="38346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QuickSort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start, </a:t>
            </a:r>
            <a:r>
              <a:rPr lang="pl-PL" sz="900" dirty="0" err="1"/>
              <a:t>pivot_index</a:t>
            </a:r>
            <a:r>
              <a:rPr lang="pl-PL" sz="900" dirty="0"/>
              <a:t>.</a:t>
            </a:r>
          </a:p>
        </p:txBody>
      </p:sp>
      <p:sp>
        <p:nvSpPr>
          <p:cNvPr id="60" name="Predefined Process 59">
            <a:extLst>
              <a:ext uri="{FF2B5EF4-FFF2-40B4-BE49-F238E27FC236}">
                <a16:creationId xmlns:a16="http://schemas.microsoft.com/office/drawing/2014/main" id="{273C5F10-916C-5100-37E6-10BAC326221E}"/>
              </a:ext>
            </a:extLst>
          </p:cNvPr>
          <p:cNvSpPr/>
          <p:nvPr/>
        </p:nvSpPr>
        <p:spPr>
          <a:xfrm>
            <a:off x="3933114" y="7914177"/>
            <a:ext cx="3129172" cy="38346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QuickSort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pivot_index+1, end.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0396D35-FA65-A307-967C-452A17DFC1AD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 flipH="1">
            <a:off x="5497700" y="7060777"/>
            <a:ext cx="1286" cy="229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E59BE23-334A-4B63-1F0D-8873218F4326}"/>
              </a:ext>
            </a:extLst>
          </p:cNvPr>
          <p:cNvCxnSpPr>
            <a:cxnSpLocks/>
            <a:stCxn id="58" idx="2"/>
            <a:endCxn id="60" idx="0"/>
          </p:cNvCxnSpPr>
          <p:nvPr/>
        </p:nvCxnSpPr>
        <p:spPr>
          <a:xfrm>
            <a:off x="5497700" y="7673859"/>
            <a:ext cx="0" cy="24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0FBAF00C-6A67-AE9B-45E9-4B01F66034AA}"/>
              </a:ext>
            </a:extLst>
          </p:cNvPr>
          <p:cNvCxnSpPr>
            <a:cxnSpLocks/>
            <a:stCxn id="60" idx="2"/>
            <a:endCxn id="110" idx="0"/>
          </p:cNvCxnSpPr>
          <p:nvPr/>
        </p:nvCxnSpPr>
        <p:spPr>
          <a:xfrm rot="5400000">
            <a:off x="4348302" y="7641227"/>
            <a:ext cx="492985" cy="18058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47D22BD-AA4A-7A30-D4CC-A419DC4DE819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3691888" y="3766355"/>
            <a:ext cx="761368" cy="50242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675F8401-47A5-5E17-AB15-AF7C6A073C7D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6389724" y="3766356"/>
            <a:ext cx="1057026" cy="5625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1E7D48C-52D5-88B9-E944-F90A50BC447A}"/>
              </a:ext>
            </a:extLst>
          </p:cNvPr>
          <p:cNvSpPr txBox="1"/>
          <p:nvPr/>
        </p:nvSpPr>
        <p:spPr>
          <a:xfrm>
            <a:off x="6326502" y="349880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6185F1-D98A-7EA0-20DC-8C14FC7F7A38}"/>
              </a:ext>
            </a:extLst>
          </p:cNvPr>
          <p:cNvSpPr txBox="1"/>
          <p:nvPr/>
        </p:nvSpPr>
        <p:spPr>
          <a:xfrm>
            <a:off x="4144720" y="349677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AB99937-8090-29BA-EEB8-9F45C33624D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421490" y="3395215"/>
            <a:ext cx="0" cy="213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rminator 90">
            <a:extLst>
              <a:ext uri="{FF2B5EF4-FFF2-40B4-BE49-F238E27FC236}">
                <a16:creationId xmlns:a16="http://schemas.microsoft.com/office/drawing/2014/main" id="{30D7F72C-2EE8-419C-B066-8883238F4041}"/>
              </a:ext>
            </a:extLst>
          </p:cNvPr>
          <p:cNvSpPr/>
          <p:nvPr/>
        </p:nvSpPr>
        <p:spPr>
          <a:xfrm>
            <a:off x="1313079" y="313976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92" name="Data 91">
            <a:extLst>
              <a:ext uri="{FF2B5EF4-FFF2-40B4-BE49-F238E27FC236}">
                <a16:creationId xmlns:a16="http://schemas.microsoft.com/office/drawing/2014/main" id="{28166902-95E6-CD5D-42DE-C6C089753034}"/>
              </a:ext>
            </a:extLst>
          </p:cNvPr>
          <p:cNvSpPr/>
          <p:nvPr/>
        </p:nvSpPr>
        <p:spPr>
          <a:xfrm>
            <a:off x="599186" y="3548579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41B4AD0-F737-317D-9AC0-7BB8F298BDFA}"/>
              </a:ext>
            </a:extLst>
          </p:cNvPr>
          <p:cNvCxnSpPr>
            <a:cxnSpLocks/>
          </p:cNvCxnSpPr>
          <p:nvPr/>
        </p:nvCxnSpPr>
        <p:spPr>
          <a:xfrm>
            <a:off x="1655980" y="3366078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Process 95">
            <a:extLst>
              <a:ext uri="{FF2B5EF4-FFF2-40B4-BE49-F238E27FC236}">
                <a16:creationId xmlns:a16="http://schemas.microsoft.com/office/drawing/2014/main" id="{3ABA1DF7-1115-F88B-9927-0A38B60FB40C}"/>
              </a:ext>
            </a:extLst>
          </p:cNvPr>
          <p:cNvSpPr/>
          <p:nvPr/>
        </p:nvSpPr>
        <p:spPr>
          <a:xfrm>
            <a:off x="940102" y="4010158"/>
            <a:ext cx="1431754" cy="2261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n ← długość(</a:t>
            </a:r>
            <a:r>
              <a:rPr lang="pl-PL" sz="900" dirty="0" err="1"/>
              <a:t>values</a:t>
            </a:r>
            <a:r>
              <a:rPr lang="pl-PL" sz="900" dirty="0"/>
              <a:t>)</a:t>
            </a:r>
          </a:p>
        </p:txBody>
      </p:sp>
      <p:sp>
        <p:nvSpPr>
          <p:cNvPr id="99" name="Predefined Process 98">
            <a:extLst>
              <a:ext uri="{FF2B5EF4-FFF2-40B4-BE49-F238E27FC236}">
                <a16:creationId xmlns:a16="http://schemas.microsoft.com/office/drawing/2014/main" id="{61306594-E7FC-9304-A1D9-B4646FC1A0B6}"/>
              </a:ext>
            </a:extLst>
          </p:cNvPr>
          <p:cNvSpPr/>
          <p:nvPr/>
        </p:nvSpPr>
        <p:spPr>
          <a:xfrm>
            <a:off x="469231" y="4448940"/>
            <a:ext cx="2373496" cy="33455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QuickSort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0, n</a:t>
            </a:r>
          </a:p>
        </p:txBody>
      </p:sp>
      <p:sp>
        <p:nvSpPr>
          <p:cNvPr id="100" name="Data 99">
            <a:extLst>
              <a:ext uri="{FF2B5EF4-FFF2-40B4-BE49-F238E27FC236}">
                <a16:creationId xmlns:a16="http://schemas.microsoft.com/office/drawing/2014/main" id="{EDB8817C-4A09-FAA1-1116-CD40CE5237F4}"/>
              </a:ext>
            </a:extLst>
          </p:cNvPr>
          <p:cNvSpPr/>
          <p:nvPr/>
        </p:nvSpPr>
        <p:spPr>
          <a:xfrm>
            <a:off x="599186" y="4996128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01" name="Terminator 100">
            <a:extLst>
              <a:ext uri="{FF2B5EF4-FFF2-40B4-BE49-F238E27FC236}">
                <a16:creationId xmlns:a16="http://schemas.microsoft.com/office/drawing/2014/main" id="{2216BC74-F296-E153-8C6F-F2C8FAD43C04}"/>
              </a:ext>
            </a:extLst>
          </p:cNvPr>
          <p:cNvSpPr/>
          <p:nvPr/>
        </p:nvSpPr>
        <p:spPr>
          <a:xfrm>
            <a:off x="1313079" y="54597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3B08000-EDD6-182B-45C5-1096CFBEDACB}"/>
              </a:ext>
            </a:extLst>
          </p:cNvPr>
          <p:cNvCxnSpPr>
            <a:stCxn id="92" idx="4"/>
            <a:endCxn id="96" idx="0"/>
          </p:cNvCxnSpPr>
          <p:nvPr/>
        </p:nvCxnSpPr>
        <p:spPr>
          <a:xfrm flipH="1">
            <a:off x="1655980" y="3797524"/>
            <a:ext cx="1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6AFA24A-AD15-59B1-6C55-76315C63AA1E}"/>
              </a:ext>
            </a:extLst>
          </p:cNvPr>
          <p:cNvCxnSpPr>
            <a:cxnSpLocks/>
            <a:stCxn id="96" idx="2"/>
            <a:endCxn id="99" idx="0"/>
          </p:cNvCxnSpPr>
          <p:nvPr/>
        </p:nvCxnSpPr>
        <p:spPr>
          <a:xfrm>
            <a:off x="1655979" y="4236306"/>
            <a:ext cx="0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AC6DB44-DBEC-2152-1224-2DB18CAB57BC}"/>
              </a:ext>
            </a:extLst>
          </p:cNvPr>
          <p:cNvCxnSpPr>
            <a:cxnSpLocks/>
            <a:stCxn id="99" idx="2"/>
            <a:endCxn id="100" idx="1"/>
          </p:cNvCxnSpPr>
          <p:nvPr/>
        </p:nvCxnSpPr>
        <p:spPr>
          <a:xfrm>
            <a:off x="1655979" y="4783494"/>
            <a:ext cx="2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97A7C76-3C67-BC37-99EE-F4421358400C}"/>
              </a:ext>
            </a:extLst>
          </p:cNvPr>
          <p:cNvCxnSpPr>
            <a:stCxn id="100" idx="4"/>
            <a:endCxn id="101" idx="0"/>
          </p:cNvCxnSpPr>
          <p:nvPr/>
        </p:nvCxnSpPr>
        <p:spPr>
          <a:xfrm flipH="1">
            <a:off x="1655980" y="5245073"/>
            <a:ext cx="1" cy="214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rminator 109">
            <a:extLst>
              <a:ext uri="{FF2B5EF4-FFF2-40B4-BE49-F238E27FC236}">
                <a16:creationId xmlns:a16="http://schemas.microsoft.com/office/drawing/2014/main" id="{F207390E-BC00-EC0D-F367-12C712E87995}"/>
              </a:ext>
            </a:extLst>
          </p:cNvPr>
          <p:cNvSpPr/>
          <p:nvPr/>
        </p:nvSpPr>
        <p:spPr>
          <a:xfrm>
            <a:off x="3130562" y="8790626"/>
            <a:ext cx="1122651" cy="36452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 </a:t>
            </a:r>
            <a:r>
              <a:rPr lang="en-US" sz="900" dirty="0" err="1"/>
              <a:t>procedury</a:t>
            </a:r>
            <a:r>
              <a:rPr lang="en-US" sz="900" dirty="0"/>
              <a:t> </a:t>
            </a:r>
            <a:r>
              <a:rPr lang="en-US" sz="900" dirty="0" err="1"/>
              <a:t>QuickSort</a:t>
            </a:r>
            <a:endParaRPr lang="en-US" sz="900" dirty="0"/>
          </a:p>
        </p:txBody>
      </p:sp>
      <p:sp>
        <p:nvSpPr>
          <p:cNvPr id="113" name="Terminator 112">
            <a:extLst>
              <a:ext uri="{FF2B5EF4-FFF2-40B4-BE49-F238E27FC236}">
                <a16:creationId xmlns:a16="http://schemas.microsoft.com/office/drawing/2014/main" id="{9EED8A1C-E04F-B852-883F-BFDC40825FB9}"/>
              </a:ext>
            </a:extLst>
          </p:cNvPr>
          <p:cNvSpPr/>
          <p:nvPr/>
        </p:nvSpPr>
        <p:spPr>
          <a:xfrm>
            <a:off x="4860163" y="2504943"/>
            <a:ext cx="1122651" cy="36452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 </a:t>
            </a:r>
            <a:r>
              <a:rPr lang="en-US" sz="900" dirty="0" err="1"/>
              <a:t>procedury</a:t>
            </a:r>
            <a:r>
              <a:rPr lang="en-US" sz="900" dirty="0"/>
              <a:t> </a:t>
            </a:r>
            <a:r>
              <a:rPr lang="en-US" sz="900" dirty="0" err="1"/>
              <a:t>QuickSort</a:t>
            </a:r>
            <a:endParaRPr lang="en-US" sz="900" dirty="0"/>
          </a:p>
        </p:txBody>
      </p:sp>
      <p:sp>
        <p:nvSpPr>
          <p:cNvPr id="114" name="Data 113">
            <a:extLst>
              <a:ext uri="{FF2B5EF4-FFF2-40B4-BE49-F238E27FC236}">
                <a16:creationId xmlns:a16="http://schemas.microsoft.com/office/drawing/2014/main" id="{A708E0B6-D601-F345-BB44-6A2C9BE7259D}"/>
              </a:ext>
            </a:extLst>
          </p:cNvPr>
          <p:cNvSpPr/>
          <p:nvPr/>
        </p:nvSpPr>
        <p:spPr>
          <a:xfrm>
            <a:off x="4189540" y="3052868"/>
            <a:ext cx="2463898" cy="34582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wartości</a:t>
            </a:r>
            <a:r>
              <a:rPr lang="en-US" sz="900" dirty="0"/>
              <a:t> </a:t>
            </a:r>
            <a:r>
              <a:rPr lang="en-US" sz="900" i="1" dirty="0"/>
              <a:t>start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/>
              <a:t>stop</a:t>
            </a:r>
            <a:r>
              <a:rPr lang="en-US" sz="900" dirty="0"/>
              <a:t>.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F640332-8439-3781-C51B-6C14A903A69E}"/>
              </a:ext>
            </a:extLst>
          </p:cNvPr>
          <p:cNvCxnSpPr>
            <a:stCxn id="113" idx="2"/>
            <a:endCxn id="114" idx="1"/>
          </p:cNvCxnSpPr>
          <p:nvPr/>
        </p:nvCxnSpPr>
        <p:spPr>
          <a:xfrm>
            <a:off x="5421489" y="2869468"/>
            <a:ext cx="0" cy="18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240</Words>
  <Application>Microsoft Macintosh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2025-11-30T19:03:59Z</dcterms:created>
  <dcterms:modified xsi:type="dcterms:W3CDTF">2025-12-01T00:17:43Z</dcterms:modified>
</cp:coreProperties>
</file>