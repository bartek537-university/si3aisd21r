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3716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01"/>
    <p:restoredTop sz="94673"/>
  </p:normalViewPr>
  <p:slideViewPr>
    <p:cSldViewPr snapToGrid="0">
      <p:cViewPr>
        <p:scale>
          <a:sx n="133" d="100"/>
          <a:sy n="133" d="100"/>
        </p:scale>
        <p:origin x="1664" y="-2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992968"/>
            <a:ext cx="11658600" cy="636693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9605435"/>
            <a:ext cx="10287000" cy="4415365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42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726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4559305"/>
            <a:ext cx="11830050" cy="7607299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12238572"/>
            <a:ext cx="11830050" cy="4000499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73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234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973670"/>
            <a:ext cx="118300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4483101"/>
            <a:ext cx="5802510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6680200"/>
            <a:ext cx="580251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4483101"/>
            <a:ext cx="5831087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6680200"/>
            <a:ext cx="5831087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772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97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055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2633137"/>
            <a:ext cx="6943725" cy="12996333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329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2633137"/>
            <a:ext cx="6943725" cy="12996333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768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871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973666"/>
            <a:ext cx="2957513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973666"/>
            <a:ext cx="8701088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0569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973670"/>
            <a:ext cx="118300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4868333"/>
            <a:ext cx="118300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6950271"/>
            <a:ext cx="46291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964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388674" y="407374"/>
            <a:ext cx="129202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7.4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388676" y="747644"/>
            <a:ext cx="6550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Sortowanie przez kopcowania (</a:t>
            </a:r>
            <a:r>
              <a:rPr lang="pl-PL" sz="2700" i="1" dirty="0" err="1"/>
              <a:t>heap</a:t>
            </a:r>
            <a:r>
              <a:rPr lang="pl-PL" sz="2700" i="1" dirty="0"/>
              <a:t> sort</a:t>
            </a:r>
            <a:r>
              <a:rPr lang="pl-PL" sz="2700" dirty="0"/>
              <a:t>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1541432" y="2765922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827541" y="3174738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1884335" y="2992236"/>
            <a:ext cx="1" cy="18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1168455" y="3582543"/>
            <a:ext cx="1431754" cy="34271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1</a:t>
            </a:r>
          </a:p>
          <a:p>
            <a:pPr algn="ctr"/>
            <a:r>
              <a:rPr lang="pl-PL" sz="900" dirty="0"/>
              <a:t>n ← długość(</a:t>
            </a:r>
            <a:r>
              <a:rPr lang="pl-PL" sz="900" dirty="0" err="1"/>
              <a:t>values</a:t>
            </a:r>
            <a:r>
              <a:rPr lang="pl-PL" sz="900" dirty="0"/>
              <a:t>)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7B51DAD2-EE0C-CC50-1A99-CDEACF588BF6}"/>
              </a:ext>
            </a:extLst>
          </p:cNvPr>
          <p:cNvSpPr/>
          <p:nvPr/>
        </p:nvSpPr>
        <p:spPr>
          <a:xfrm>
            <a:off x="1351087" y="4180707"/>
            <a:ext cx="1070818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83DC63-A03F-F9DE-C0E5-86918B1577AA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884332" y="3423681"/>
            <a:ext cx="2" cy="158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D1CA9F-BBB3-C17E-8AD9-4E4A44AB3DE0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1884332" y="3925255"/>
            <a:ext cx="2164" cy="255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4A2F1-EB70-08F0-C33B-0B33A47322E2}"/>
              </a:ext>
            </a:extLst>
          </p:cNvPr>
          <p:cNvSpPr/>
          <p:nvPr/>
        </p:nvSpPr>
        <p:spPr>
          <a:xfrm>
            <a:off x="388673" y="1504420"/>
            <a:ext cx="2875442" cy="919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Konwencja</a:t>
            </a:r>
          </a:p>
          <a:p>
            <a:r>
              <a:rPr lang="pl-PL" dirty="0"/>
              <a:t>Indeksowanie w tablicach rozpoczyna się od </a:t>
            </a:r>
            <a:r>
              <a:rPr lang="pl-PL" i="1" dirty="0"/>
              <a:t>0</a:t>
            </a:r>
            <a:r>
              <a:rPr lang="pl-PL" dirty="0"/>
              <a:t>.</a:t>
            </a:r>
          </a:p>
        </p:txBody>
      </p:sp>
      <p:sp>
        <p:nvSpPr>
          <p:cNvPr id="42" name="Process 41">
            <a:extLst>
              <a:ext uri="{FF2B5EF4-FFF2-40B4-BE49-F238E27FC236}">
                <a16:creationId xmlns:a16="http://schemas.microsoft.com/office/drawing/2014/main" id="{2FB0BF17-EC5F-B8CD-545A-EA3CD95DEADF}"/>
              </a:ext>
            </a:extLst>
          </p:cNvPr>
          <p:cNvSpPr/>
          <p:nvPr/>
        </p:nvSpPr>
        <p:spPr>
          <a:xfrm>
            <a:off x="2436038" y="4761455"/>
            <a:ext cx="1431754" cy="34271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</a:t>
            </a:r>
            <a:r>
              <a:rPr lang="pl-PL" sz="900" dirty="0"/>
              <a:t> ← </a:t>
            </a:r>
            <a:r>
              <a:rPr lang="pl-PL" sz="900" dirty="0" err="1"/>
              <a:t>values</a:t>
            </a:r>
            <a:r>
              <a:rPr lang="pl-PL" sz="900" dirty="0"/>
              <a:t>[i]</a:t>
            </a:r>
          </a:p>
          <a:p>
            <a:pPr algn="ctr"/>
            <a:r>
              <a:rPr lang="pl-PL" sz="900" dirty="0" err="1"/>
              <a:t>child_index</a:t>
            </a:r>
            <a:r>
              <a:rPr lang="pl-PL" sz="900" dirty="0"/>
              <a:t> ← i</a:t>
            </a:r>
          </a:p>
        </p:txBody>
      </p:sp>
      <p:sp>
        <p:nvSpPr>
          <p:cNvPr id="45" name="Decision 44">
            <a:extLst>
              <a:ext uri="{FF2B5EF4-FFF2-40B4-BE49-F238E27FC236}">
                <a16:creationId xmlns:a16="http://schemas.microsoft.com/office/drawing/2014/main" id="{834012B7-FA47-619D-1FB9-E9BE9AE39DA5}"/>
              </a:ext>
            </a:extLst>
          </p:cNvPr>
          <p:cNvSpPr/>
          <p:nvPr/>
        </p:nvSpPr>
        <p:spPr>
          <a:xfrm>
            <a:off x="2231448" y="5358154"/>
            <a:ext cx="1845262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child_index</a:t>
            </a:r>
            <a:r>
              <a:rPr lang="pl-PL" sz="900" dirty="0"/>
              <a:t> &gt; 0</a:t>
            </a:r>
          </a:p>
        </p:txBody>
      </p:sp>
      <p:sp>
        <p:nvSpPr>
          <p:cNvPr id="46" name="Process 45">
            <a:extLst>
              <a:ext uri="{FF2B5EF4-FFF2-40B4-BE49-F238E27FC236}">
                <a16:creationId xmlns:a16="http://schemas.microsoft.com/office/drawing/2014/main" id="{092583A0-936A-F37A-CEB2-6B9B20B0A74C}"/>
              </a:ext>
            </a:extLst>
          </p:cNvPr>
          <p:cNvSpPr/>
          <p:nvPr/>
        </p:nvSpPr>
        <p:spPr>
          <a:xfrm>
            <a:off x="4093499" y="5938902"/>
            <a:ext cx="2012428" cy="24894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parent_index</a:t>
            </a:r>
            <a:r>
              <a:rPr lang="pl-PL" sz="900" dirty="0"/>
              <a:t> ← (</a:t>
            </a:r>
            <a:r>
              <a:rPr lang="pl-PL" sz="900" dirty="0" err="1"/>
              <a:t>child_index</a:t>
            </a:r>
            <a:r>
              <a:rPr lang="pl-PL" sz="900" dirty="0"/>
              <a:t> – 1) div 2</a:t>
            </a:r>
          </a:p>
        </p:txBody>
      </p:sp>
      <p:sp>
        <p:nvSpPr>
          <p:cNvPr id="47" name="Decision 46">
            <a:extLst>
              <a:ext uri="{FF2B5EF4-FFF2-40B4-BE49-F238E27FC236}">
                <a16:creationId xmlns:a16="http://schemas.microsoft.com/office/drawing/2014/main" id="{884901E1-D15E-F496-DA66-9C15D3152BE0}"/>
              </a:ext>
            </a:extLst>
          </p:cNvPr>
          <p:cNvSpPr/>
          <p:nvPr/>
        </p:nvSpPr>
        <p:spPr>
          <a:xfrm>
            <a:off x="3496578" y="6447918"/>
            <a:ext cx="3210598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parent_index</a:t>
            </a:r>
            <a:r>
              <a:rPr lang="pl-PL" sz="900" dirty="0"/>
              <a:t>] &lt; </a:t>
            </a:r>
            <a:r>
              <a:rPr lang="pl-PL" sz="900" dirty="0" err="1"/>
              <a:t>value</a:t>
            </a:r>
            <a:endParaRPr lang="pl-PL" sz="900" dirty="0"/>
          </a:p>
        </p:txBody>
      </p:sp>
      <p:sp>
        <p:nvSpPr>
          <p:cNvPr id="48" name="Process 47">
            <a:extLst>
              <a:ext uri="{FF2B5EF4-FFF2-40B4-BE49-F238E27FC236}">
                <a16:creationId xmlns:a16="http://schemas.microsoft.com/office/drawing/2014/main" id="{3896D765-683C-2EFC-98BC-09DB226CAED0}"/>
              </a:ext>
            </a:extLst>
          </p:cNvPr>
          <p:cNvSpPr/>
          <p:nvPr/>
        </p:nvSpPr>
        <p:spPr>
          <a:xfrm>
            <a:off x="6451313" y="7034929"/>
            <a:ext cx="2350632" cy="34271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child_index</a:t>
            </a:r>
            <a:r>
              <a:rPr lang="pl-PL" sz="900" dirty="0"/>
              <a:t>] ←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parent_index</a:t>
            </a:r>
            <a:r>
              <a:rPr lang="pl-PL" sz="900" dirty="0"/>
              <a:t>]</a:t>
            </a:r>
          </a:p>
          <a:p>
            <a:pPr algn="ctr"/>
            <a:r>
              <a:rPr lang="pl-PL" sz="900" dirty="0" err="1"/>
              <a:t>child_index</a:t>
            </a:r>
            <a:r>
              <a:rPr lang="pl-PL" sz="900" dirty="0"/>
              <a:t> ← </a:t>
            </a:r>
            <a:r>
              <a:rPr lang="pl-PL" sz="900" dirty="0" err="1"/>
              <a:t>parent_index</a:t>
            </a:r>
            <a:endParaRPr lang="pl-PL" sz="900" dirty="0"/>
          </a:p>
        </p:txBody>
      </p:sp>
      <p:sp>
        <p:nvSpPr>
          <p:cNvPr id="50" name="Process 49">
            <a:extLst>
              <a:ext uri="{FF2B5EF4-FFF2-40B4-BE49-F238E27FC236}">
                <a16:creationId xmlns:a16="http://schemas.microsoft.com/office/drawing/2014/main" id="{EFE5B873-CC96-4543-B0EE-453CEEA1914E}"/>
              </a:ext>
            </a:extLst>
          </p:cNvPr>
          <p:cNvSpPr/>
          <p:nvPr/>
        </p:nvSpPr>
        <p:spPr>
          <a:xfrm>
            <a:off x="1039086" y="7034929"/>
            <a:ext cx="2012428" cy="34271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child_index</a:t>
            </a:r>
            <a:r>
              <a:rPr lang="pl-PL" sz="900" dirty="0"/>
              <a:t>] ← </a:t>
            </a:r>
            <a:r>
              <a:rPr lang="pl-PL" sz="900" dirty="0" err="1"/>
              <a:t>value</a:t>
            </a:r>
            <a:endParaRPr lang="pl-PL" sz="900" dirty="0"/>
          </a:p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8E73EFB0-C671-2A6C-E528-C1CCAB5CD559}"/>
              </a:ext>
            </a:extLst>
          </p:cNvPr>
          <p:cNvCxnSpPr>
            <a:stCxn id="16" idx="3"/>
            <a:endCxn id="42" idx="0"/>
          </p:cNvCxnSpPr>
          <p:nvPr/>
        </p:nvCxnSpPr>
        <p:spPr>
          <a:xfrm>
            <a:off x="2421905" y="4343355"/>
            <a:ext cx="730010" cy="4181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2BDF181-E02E-B192-D4A9-596C31AB109E}"/>
              </a:ext>
            </a:extLst>
          </p:cNvPr>
          <p:cNvSpPr txBox="1"/>
          <p:nvPr/>
        </p:nvSpPr>
        <p:spPr>
          <a:xfrm>
            <a:off x="2376894" y="409167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BF10659-1EAB-C646-FD09-E8D6B51E48A5}"/>
              </a:ext>
            </a:extLst>
          </p:cNvPr>
          <p:cNvCxnSpPr>
            <a:stCxn id="42" idx="2"/>
            <a:endCxn id="45" idx="0"/>
          </p:cNvCxnSpPr>
          <p:nvPr/>
        </p:nvCxnSpPr>
        <p:spPr>
          <a:xfrm>
            <a:off x="3151915" y="5104168"/>
            <a:ext cx="2164" cy="253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1D9C8D5B-76BC-6420-FC9C-C81EAB375473}"/>
              </a:ext>
            </a:extLst>
          </p:cNvPr>
          <p:cNvCxnSpPr>
            <a:stCxn id="45" idx="3"/>
            <a:endCxn id="46" idx="0"/>
          </p:cNvCxnSpPr>
          <p:nvPr/>
        </p:nvCxnSpPr>
        <p:spPr>
          <a:xfrm>
            <a:off x="4076711" y="5520803"/>
            <a:ext cx="1023003" cy="4180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86C049BB-A88E-4E89-4112-F0DA7809EDF5}"/>
              </a:ext>
            </a:extLst>
          </p:cNvPr>
          <p:cNvCxnSpPr>
            <a:stCxn id="47" idx="3"/>
            <a:endCxn id="48" idx="0"/>
          </p:cNvCxnSpPr>
          <p:nvPr/>
        </p:nvCxnSpPr>
        <p:spPr>
          <a:xfrm>
            <a:off x="6707177" y="6610567"/>
            <a:ext cx="919453" cy="42436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A96E343-285E-16D3-1AF3-6EE9FDE45367}"/>
              </a:ext>
            </a:extLst>
          </p:cNvPr>
          <p:cNvCxnSpPr>
            <a:stCxn id="46" idx="2"/>
            <a:endCxn id="47" idx="0"/>
          </p:cNvCxnSpPr>
          <p:nvPr/>
        </p:nvCxnSpPr>
        <p:spPr>
          <a:xfrm>
            <a:off x="5099713" y="6187846"/>
            <a:ext cx="2164" cy="260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9AEB3B3-DDDC-DD51-C566-AC750030F636}"/>
              </a:ext>
            </a:extLst>
          </p:cNvPr>
          <p:cNvSpPr txBox="1"/>
          <p:nvPr/>
        </p:nvSpPr>
        <p:spPr>
          <a:xfrm>
            <a:off x="4058313" y="524889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ED8246-AFD2-EC0A-8DC0-322B7B82D826}"/>
              </a:ext>
            </a:extLst>
          </p:cNvPr>
          <p:cNvSpPr txBox="1"/>
          <p:nvPr/>
        </p:nvSpPr>
        <p:spPr>
          <a:xfrm>
            <a:off x="6677336" y="633899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8FC136-B48C-F21B-ACD4-7038AB38B024}"/>
              </a:ext>
            </a:extLst>
          </p:cNvPr>
          <p:cNvSpPr txBox="1"/>
          <p:nvPr/>
        </p:nvSpPr>
        <p:spPr>
          <a:xfrm>
            <a:off x="2014600" y="523116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CE804106-2237-4C50-7464-049AEAF7AAE3}"/>
              </a:ext>
            </a:extLst>
          </p:cNvPr>
          <p:cNvCxnSpPr>
            <a:stCxn id="45" idx="1"/>
            <a:endCxn id="50" idx="0"/>
          </p:cNvCxnSpPr>
          <p:nvPr/>
        </p:nvCxnSpPr>
        <p:spPr>
          <a:xfrm rot="10800000" flipV="1">
            <a:off x="2045300" y="5520802"/>
            <a:ext cx="186148" cy="15141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1BC0753E-96C0-9F8F-19DF-29FFFC0BC3D9}"/>
              </a:ext>
            </a:extLst>
          </p:cNvPr>
          <p:cNvCxnSpPr>
            <a:endCxn id="50" idx="0"/>
          </p:cNvCxnSpPr>
          <p:nvPr/>
        </p:nvCxnSpPr>
        <p:spPr>
          <a:xfrm rot="10800000" flipV="1">
            <a:off x="2045300" y="6610566"/>
            <a:ext cx="1451278" cy="42436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B19C473-1C20-7FED-46E3-087E17ABB433}"/>
              </a:ext>
            </a:extLst>
          </p:cNvPr>
          <p:cNvSpPr txBox="1"/>
          <p:nvPr/>
        </p:nvSpPr>
        <p:spPr>
          <a:xfrm>
            <a:off x="3128791" y="631788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5407F09C-992E-F7B0-8E3C-5EE5BD03D32E}"/>
              </a:ext>
            </a:extLst>
          </p:cNvPr>
          <p:cNvCxnSpPr>
            <a:stCxn id="48" idx="2"/>
            <a:endCxn id="45" idx="0"/>
          </p:cNvCxnSpPr>
          <p:nvPr/>
        </p:nvCxnSpPr>
        <p:spPr>
          <a:xfrm rot="5400000" flipH="1">
            <a:off x="4380611" y="4131623"/>
            <a:ext cx="2019487" cy="4472550"/>
          </a:xfrm>
          <a:prstGeom prst="bentConnector5">
            <a:avLst>
              <a:gd name="adj1" fmla="val -11320"/>
              <a:gd name="adj2" fmla="val -31474"/>
              <a:gd name="adj3" fmla="val 1079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3128755E-82B3-19C5-63FA-4F6306FFFB31}"/>
              </a:ext>
            </a:extLst>
          </p:cNvPr>
          <p:cNvCxnSpPr>
            <a:stCxn id="50" idx="2"/>
            <a:endCxn id="16" idx="0"/>
          </p:cNvCxnSpPr>
          <p:nvPr/>
        </p:nvCxnSpPr>
        <p:spPr>
          <a:xfrm rot="5400000" flipH="1">
            <a:off x="367431" y="5699772"/>
            <a:ext cx="3196934" cy="158804"/>
          </a:xfrm>
          <a:prstGeom prst="bentConnector5">
            <a:avLst>
              <a:gd name="adj1" fmla="val -13616"/>
              <a:gd name="adj2" fmla="val -4522982"/>
              <a:gd name="adj3" fmla="val 1044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Process 82">
            <a:extLst>
              <a:ext uri="{FF2B5EF4-FFF2-40B4-BE49-F238E27FC236}">
                <a16:creationId xmlns:a16="http://schemas.microsoft.com/office/drawing/2014/main" id="{4FA29498-0F63-F41D-F133-D68141F53B6D}"/>
              </a:ext>
            </a:extLst>
          </p:cNvPr>
          <p:cNvSpPr/>
          <p:nvPr/>
        </p:nvSpPr>
        <p:spPr>
          <a:xfrm>
            <a:off x="1572218" y="8468872"/>
            <a:ext cx="664076" cy="2060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0</a:t>
            </a:r>
          </a:p>
        </p:txBody>
      </p:sp>
      <p:sp>
        <p:nvSpPr>
          <p:cNvPr id="84" name="Decision 83">
            <a:extLst>
              <a:ext uri="{FF2B5EF4-FFF2-40B4-BE49-F238E27FC236}">
                <a16:creationId xmlns:a16="http://schemas.microsoft.com/office/drawing/2014/main" id="{44008A9E-CDC1-70E1-EAE5-6B917C442247}"/>
              </a:ext>
            </a:extLst>
          </p:cNvPr>
          <p:cNvSpPr/>
          <p:nvPr/>
        </p:nvSpPr>
        <p:spPr>
          <a:xfrm>
            <a:off x="1368847" y="8860008"/>
            <a:ext cx="1070818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n</a:t>
            </a:r>
          </a:p>
        </p:txBody>
      </p:sp>
      <p:sp>
        <p:nvSpPr>
          <p:cNvPr id="90" name="Process 89">
            <a:extLst>
              <a:ext uri="{FF2B5EF4-FFF2-40B4-BE49-F238E27FC236}">
                <a16:creationId xmlns:a16="http://schemas.microsoft.com/office/drawing/2014/main" id="{D7F8CC16-7092-103A-6D4A-6C073250C981}"/>
              </a:ext>
            </a:extLst>
          </p:cNvPr>
          <p:cNvSpPr/>
          <p:nvPr/>
        </p:nvSpPr>
        <p:spPr>
          <a:xfrm>
            <a:off x="2788082" y="9370361"/>
            <a:ext cx="1703175" cy="105198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leaf_index</a:t>
            </a:r>
            <a:r>
              <a:rPr lang="pl-PL" sz="900" dirty="0"/>
              <a:t> ← n – i – 1</a:t>
            </a:r>
          </a:p>
          <a:p>
            <a:pPr algn="ctr"/>
            <a:endParaRPr lang="pl-PL" sz="900" dirty="0"/>
          </a:p>
          <a:p>
            <a:pPr algn="ctr"/>
            <a:r>
              <a:rPr lang="pl-PL" sz="900" dirty="0"/>
              <a:t>temp ←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leaf_idex</a:t>
            </a:r>
            <a:r>
              <a:rPr lang="pl-PL" sz="900" dirty="0"/>
              <a:t>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leaf_index</a:t>
            </a:r>
            <a:r>
              <a:rPr lang="pl-PL" sz="900" dirty="0"/>
              <a:t>] ← </a:t>
            </a:r>
            <a:r>
              <a:rPr lang="pl-PL" sz="900" dirty="0" err="1"/>
              <a:t>values</a:t>
            </a:r>
            <a:r>
              <a:rPr lang="pl-PL" sz="900" dirty="0"/>
              <a:t>[0]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[0] ← temp</a:t>
            </a:r>
          </a:p>
          <a:p>
            <a:pPr algn="ctr"/>
            <a:endParaRPr lang="pl-PL" sz="900" dirty="0"/>
          </a:p>
          <a:p>
            <a:pPr algn="ctr"/>
            <a:r>
              <a:rPr lang="pl-PL" sz="900" dirty="0" err="1"/>
              <a:t>parent_index</a:t>
            </a:r>
            <a:r>
              <a:rPr lang="pl-PL" sz="900" dirty="0"/>
              <a:t> ← 0</a:t>
            </a:r>
          </a:p>
        </p:txBody>
      </p:sp>
      <p:sp>
        <p:nvSpPr>
          <p:cNvPr id="99" name="Decision 98">
            <a:extLst>
              <a:ext uri="{FF2B5EF4-FFF2-40B4-BE49-F238E27FC236}">
                <a16:creationId xmlns:a16="http://schemas.microsoft.com/office/drawing/2014/main" id="{9F471F3D-4F78-9321-A581-5E08910801ED}"/>
              </a:ext>
            </a:extLst>
          </p:cNvPr>
          <p:cNvSpPr/>
          <p:nvPr/>
        </p:nvSpPr>
        <p:spPr>
          <a:xfrm>
            <a:off x="1955929" y="10612821"/>
            <a:ext cx="3367478" cy="36244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parent_index</a:t>
            </a:r>
            <a:r>
              <a:rPr lang="pl-PL" sz="900" dirty="0"/>
              <a:t>*2+1 &lt; </a:t>
            </a:r>
            <a:r>
              <a:rPr lang="pl-PL" sz="900" dirty="0" err="1"/>
              <a:t>leaf_index</a:t>
            </a:r>
            <a:endParaRPr lang="pl-PL" sz="900" dirty="0"/>
          </a:p>
        </p:txBody>
      </p:sp>
      <p:sp>
        <p:nvSpPr>
          <p:cNvPr id="100" name="Process 99">
            <a:extLst>
              <a:ext uri="{FF2B5EF4-FFF2-40B4-BE49-F238E27FC236}">
                <a16:creationId xmlns:a16="http://schemas.microsoft.com/office/drawing/2014/main" id="{BCEEEC88-4F5E-A5F9-0021-1E0C5D847BF5}"/>
              </a:ext>
            </a:extLst>
          </p:cNvPr>
          <p:cNvSpPr/>
          <p:nvPr/>
        </p:nvSpPr>
        <p:spPr>
          <a:xfrm>
            <a:off x="5576311" y="11199161"/>
            <a:ext cx="1804468" cy="36244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left_index</a:t>
            </a:r>
            <a:r>
              <a:rPr lang="pl-PL" sz="900" dirty="0"/>
              <a:t> ← </a:t>
            </a:r>
            <a:r>
              <a:rPr lang="pl-PL" sz="900" dirty="0" err="1"/>
              <a:t>parent_index</a:t>
            </a:r>
            <a:r>
              <a:rPr lang="pl-PL" sz="900" dirty="0"/>
              <a:t>*2+1</a:t>
            </a:r>
          </a:p>
          <a:p>
            <a:pPr algn="ctr"/>
            <a:r>
              <a:rPr lang="pl-PL" sz="900" dirty="0" err="1"/>
              <a:t>right_index</a:t>
            </a:r>
            <a:r>
              <a:rPr lang="pl-PL" sz="900" dirty="0"/>
              <a:t> ← </a:t>
            </a:r>
            <a:r>
              <a:rPr lang="pl-PL" sz="900" dirty="0" err="1"/>
              <a:t>parent_index</a:t>
            </a:r>
            <a:r>
              <a:rPr lang="pl-PL" sz="900" dirty="0"/>
              <a:t>*2+2</a:t>
            </a:r>
          </a:p>
        </p:txBody>
      </p:sp>
      <p:sp>
        <p:nvSpPr>
          <p:cNvPr id="101" name="Decision 100">
            <a:extLst>
              <a:ext uri="{FF2B5EF4-FFF2-40B4-BE49-F238E27FC236}">
                <a16:creationId xmlns:a16="http://schemas.microsoft.com/office/drawing/2014/main" id="{61D5B2C4-3430-10C2-B659-700835FD6FF2}"/>
              </a:ext>
            </a:extLst>
          </p:cNvPr>
          <p:cNvSpPr/>
          <p:nvPr/>
        </p:nvSpPr>
        <p:spPr>
          <a:xfrm>
            <a:off x="4352164" y="11790267"/>
            <a:ext cx="4252763" cy="83064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right_index</a:t>
            </a:r>
            <a:r>
              <a:rPr lang="pl-PL" sz="900" dirty="0"/>
              <a:t> &lt; </a:t>
            </a:r>
            <a:r>
              <a:rPr lang="pl-PL" sz="900" dirty="0" err="1"/>
              <a:t>leaf_index</a:t>
            </a:r>
            <a:endParaRPr lang="pl-PL" sz="900" dirty="0"/>
          </a:p>
          <a:p>
            <a:pPr algn="ctr"/>
            <a:r>
              <a:rPr lang="pl-PL" sz="900" dirty="0"/>
              <a:t>i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left_index</a:t>
            </a:r>
            <a:r>
              <a:rPr lang="pl-PL" sz="900" dirty="0"/>
              <a:t>] &lt;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right_index</a:t>
            </a:r>
            <a:r>
              <a:rPr lang="pl-PL" sz="900" dirty="0"/>
              <a:t>]</a:t>
            </a:r>
          </a:p>
        </p:txBody>
      </p:sp>
      <p:sp>
        <p:nvSpPr>
          <p:cNvPr id="102" name="Process 101">
            <a:extLst>
              <a:ext uri="{FF2B5EF4-FFF2-40B4-BE49-F238E27FC236}">
                <a16:creationId xmlns:a16="http://schemas.microsoft.com/office/drawing/2014/main" id="{F3BD7FCB-E830-FBA2-F49D-77F13C4743D0}"/>
              </a:ext>
            </a:extLst>
          </p:cNvPr>
          <p:cNvSpPr/>
          <p:nvPr/>
        </p:nvSpPr>
        <p:spPr>
          <a:xfrm>
            <a:off x="7943560" y="12852597"/>
            <a:ext cx="1804468" cy="23077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max_index</a:t>
            </a:r>
            <a:r>
              <a:rPr lang="pl-PL" sz="900" dirty="0"/>
              <a:t> ← </a:t>
            </a:r>
            <a:r>
              <a:rPr lang="pl-PL" sz="900" dirty="0" err="1"/>
              <a:t>right_index</a:t>
            </a:r>
            <a:endParaRPr lang="pl-PL" sz="900" dirty="0"/>
          </a:p>
        </p:txBody>
      </p:sp>
      <p:sp>
        <p:nvSpPr>
          <p:cNvPr id="103" name="Process 102">
            <a:extLst>
              <a:ext uri="{FF2B5EF4-FFF2-40B4-BE49-F238E27FC236}">
                <a16:creationId xmlns:a16="http://schemas.microsoft.com/office/drawing/2014/main" id="{54E02BFF-CD1D-98F0-A69A-1A53DFF2D611}"/>
              </a:ext>
            </a:extLst>
          </p:cNvPr>
          <p:cNvSpPr/>
          <p:nvPr/>
        </p:nvSpPr>
        <p:spPr>
          <a:xfrm>
            <a:off x="3235114" y="12852597"/>
            <a:ext cx="1804468" cy="23077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max_index</a:t>
            </a:r>
            <a:r>
              <a:rPr lang="pl-PL" sz="900" dirty="0"/>
              <a:t> ← </a:t>
            </a:r>
            <a:r>
              <a:rPr lang="pl-PL" sz="900" dirty="0" err="1"/>
              <a:t>left_index</a:t>
            </a:r>
            <a:endParaRPr lang="pl-PL" sz="900" dirty="0"/>
          </a:p>
        </p:txBody>
      </p:sp>
      <p:sp>
        <p:nvSpPr>
          <p:cNvPr id="104" name="Decision 103">
            <a:extLst>
              <a:ext uri="{FF2B5EF4-FFF2-40B4-BE49-F238E27FC236}">
                <a16:creationId xmlns:a16="http://schemas.microsoft.com/office/drawing/2014/main" id="{6EF24ECA-F7AF-9A63-503C-4984AE10962A}"/>
              </a:ext>
            </a:extLst>
          </p:cNvPr>
          <p:cNvSpPr/>
          <p:nvPr/>
        </p:nvSpPr>
        <p:spPr>
          <a:xfrm>
            <a:off x="3655438" y="13571070"/>
            <a:ext cx="5672266" cy="36244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parent_index</a:t>
            </a:r>
            <a:r>
              <a:rPr lang="pl-PL" sz="900" dirty="0"/>
              <a:t>]  &lt;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max_index</a:t>
            </a:r>
            <a:r>
              <a:rPr lang="pl-PL" sz="900" dirty="0"/>
              <a:t>]</a:t>
            </a:r>
          </a:p>
        </p:txBody>
      </p:sp>
      <p:sp>
        <p:nvSpPr>
          <p:cNvPr id="105" name="Process 104">
            <a:extLst>
              <a:ext uri="{FF2B5EF4-FFF2-40B4-BE49-F238E27FC236}">
                <a16:creationId xmlns:a16="http://schemas.microsoft.com/office/drawing/2014/main" id="{D27ACF9A-28B7-8AC3-8579-0A4CBB424A6D}"/>
              </a:ext>
            </a:extLst>
          </p:cNvPr>
          <p:cNvSpPr/>
          <p:nvPr/>
        </p:nvSpPr>
        <p:spPr>
          <a:xfrm>
            <a:off x="8226249" y="14186605"/>
            <a:ext cx="2440550" cy="76939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temp ←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parent_index</a:t>
            </a:r>
            <a:r>
              <a:rPr lang="pl-PL" sz="900" dirty="0"/>
              <a:t>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parent_index</a:t>
            </a:r>
            <a:r>
              <a:rPr lang="pl-PL" sz="900" dirty="0"/>
              <a:t>] ← </a:t>
            </a:r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max_index</a:t>
            </a:r>
            <a:r>
              <a:rPr lang="pl-PL" sz="900" dirty="0"/>
              <a:t>]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</a:t>
            </a:r>
            <a:r>
              <a:rPr lang="pl-PL" sz="900" dirty="0" err="1"/>
              <a:t>max_index</a:t>
            </a:r>
            <a:r>
              <a:rPr lang="pl-PL" sz="900" dirty="0"/>
              <a:t>] ← temp</a:t>
            </a:r>
          </a:p>
          <a:p>
            <a:pPr algn="ctr"/>
            <a:endParaRPr lang="pl-PL" sz="900" dirty="0"/>
          </a:p>
          <a:p>
            <a:pPr algn="ctr"/>
            <a:r>
              <a:rPr lang="pl-PL" sz="900" dirty="0" err="1"/>
              <a:t>parent_index</a:t>
            </a:r>
            <a:r>
              <a:rPr lang="pl-PL" sz="900" dirty="0"/>
              <a:t> ← </a:t>
            </a:r>
            <a:r>
              <a:rPr lang="pl-PL" sz="900" dirty="0" err="1"/>
              <a:t>max_index</a:t>
            </a:r>
            <a:endParaRPr lang="pl-PL" sz="90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FE37E51-27D5-4756-347A-0F61A67CC8D6}"/>
              </a:ext>
            </a:extLst>
          </p:cNvPr>
          <p:cNvCxnSpPr>
            <a:stCxn id="84" idx="3"/>
            <a:endCxn id="90" idx="0"/>
          </p:cNvCxnSpPr>
          <p:nvPr/>
        </p:nvCxnSpPr>
        <p:spPr>
          <a:xfrm>
            <a:off x="2439665" y="9022656"/>
            <a:ext cx="1200004" cy="3477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171B212-A714-3371-A843-23B5FD6A88E2}"/>
              </a:ext>
            </a:extLst>
          </p:cNvPr>
          <p:cNvCxnSpPr>
            <a:stCxn id="83" idx="2"/>
            <a:endCxn id="84" idx="0"/>
          </p:cNvCxnSpPr>
          <p:nvPr/>
        </p:nvCxnSpPr>
        <p:spPr>
          <a:xfrm>
            <a:off x="1904256" y="8674952"/>
            <a:ext cx="0" cy="185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84B749C-72F7-AA92-CAC9-A296F3CB1F00}"/>
              </a:ext>
            </a:extLst>
          </p:cNvPr>
          <p:cNvCxnSpPr>
            <a:stCxn id="90" idx="2"/>
            <a:endCxn id="99" idx="0"/>
          </p:cNvCxnSpPr>
          <p:nvPr/>
        </p:nvCxnSpPr>
        <p:spPr>
          <a:xfrm flipH="1">
            <a:off x="3639669" y="10422345"/>
            <a:ext cx="1" cy="190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7D7BC6E-3BFA-3898-1596-2EAEA157B5B3}"/>
              </a:ext>
            </a:extLst>
          </p:cNvPr>
          <p:cNvCxnSpPr>
            <a:stCxn id="100" idx="2"/>
            <a:endCxn id="101" idx="0"/>
          </p:cNvCxnSpPr>
          <p:nvPr/>
        </p:nvCxnSpPr>
        <p:spPr>
          <a:xfrm>
            <a:off x="6478545" y="11561603"/>
            <a:ext cx="0" cy="22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30132B7D-37B1-74EC-A3C2-6D762A869BE3}"/>
              </a:ext>
            </a:extLst>
          </p:cNvPr>
          <p:cNvCxnSpPr>
            <a:stCxn id="101" idx="3"/>
            <a:endCxn id="102" idx="0"/>
          </p:cNvCxnSpPr>
          <p:nvPr/>
        </p:nvCxnSpPr>
        <p:spPr>
          <a:xfrm>
            <a:off x="8604926" y="12205591"/>
            <a:ext cx="240868" cy="6470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A6B1E121-CAA9-44BF-6BF1-27F70E878CB6}"/>
              </a:ext>
            </a:extLst>
          </p:cNvPr>
          <p:cNvCxnSpPr>
            <a:stCxn id="101" idx="1"/>
            <a:endCxn id="103" idx="0"/>
          </p:cNvCxnSpPr>
          <p:nvPr/>
        </p:nvCxnSpPr>
        <p:spPr>
          <a:xfrm rot="10800000" flipV="1">
            <a:off x="4137350" y="12205590"/>
            <a:ext cx="214815" cy="6470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Elbow Connector 122">
            <a:extLst>
              <a:ext uri="{FF2B5EF4-FFF2-40B4-BE49-F238E27FC236}">
                <a16:creationId xmlns:a16="http://schemas.microsoft.com/office/drawing/2014/main" id="{08ADD6F4-FC40-9FAD-B65D-7C167FB1478F}"/>
              </a:ext>
            </a:extLst>
          </p:cNvPr>
          <p:cNvCxnSpPr>
            <a:stCxn id="99" idx="3"/>
            <a:endCxn id="100" idx="0"/>
          </p:cNvCxnSpPr>
          <p:nvPr/>
        </p:nvCxnSpPr>
        <p:spPr>
          <a:xfrm>
            <a:off x="5323407" y="10794043"/>
            <a:ext cx="1155138" cy="4051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1A6DBDB4-909E-76A8-35AE-B6CFEA2206E2}"/>
              </a:ext>
            </a:extLst>
          </p:cNvPr>
          <p:cNvSpPr txBox="1"/>
          <p:nvPr/>
        </p:nvSpPr>
        <p:spPr>
          <a:xfrm>
            <a:off x="4068237" y="1190994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95EE2D5-FC96-8B59-16F0-D0E8C1F9D45C}"/>
              </a:ext>
            </a:extLst>
          </p:cNvPr>
          <p:cNvSpPr txBox="1"/>
          <p:nvPr/>
        </p:nvSpPr>
        <p:spPr>
          <a:xfrm>
            <a:off x="8485505" y="1190994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76F312A7-C7F9-9BC4-7936-B8A8C20A7FAB}"/>
              </a:ext>
            </a:extLst>
          </p:cNvPr>
          <p:cNvCxnSpPr>
            <a:stCxn id="103" idx="2"/>
            <a:endCxn id="104" idx="0"/>
          </p:cNvCxnSpPr>
          <p:nvPr/>
        </p:nvCxnSpPr>
        <p:spPr>
          <a:xfrm rot="16200000" flipH="1">
            <a:off x="5070609" y="12150107"/>
            <a:ext cx="487703" cy="23542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913A5865-6B59-525C-AA42-8600654C9C86}"/>
              </a:ext>
            </a:extLst>
          </p:cNvPr>
          <p:cNvCxnSpPr>
            <a:stCxn id="102" idx="2"/>
            <a:endCxn id="104" idx="0"/>
          </p:cNvCxnSpPr>
          <p:nvPr/>
        </p:nvCxnSpPr>
        <p:spPr>
          <a:xfrm rot="5400000">
            <a:off x="7424833" y="12150108"/>
            <a:ext cx="487703" cy="23542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3480E33B-E02C-3AF9-1388-0D449C1522EE}"/>
              </a:ext>
            </a:extLst>
          </p:cNvPr>
          <p:cNvCxnSpPr>
            <a:cxnSpLocks/>
            <a:stCxn id="104" idx="3"/>
            <a:endCxn id="105" idx="0"/>
          </p:cNvCxnSpPr>
          <p:nvPr/>
        </p:nvCxnSpPr>
        <p:spPr>
          <a:xfrm>
            <a:off x="9327704" y="13752291"/>
            <a:ext cx="118820" cy="4343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E25CF14-174B-EEA0-51BD-F088D5B77700}"/>
              </a:ext>
            </a:extLst>
          </p:cNvPr>
          <p:cNvSpPr txBox="1"/>
          <p:nvPr/>
        </p:nvSpPr>
        <p:spPr>
          <a:xfrm>
            <a:off x="9087849" y="1345126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0" name="Process 139">
            <a:extLst>
              <a:ext uri="{FF2B5EF4-FFF2-40B4-BE49-F238E27FC236}">
                <a16:creationId xmlns:a16="http://schemas.microsoft.com/office/drawing/2014/main" id="{5501B351-EB81-0A79-C672-C2C9DC1BF337}"/>
              </a:ext>
            </a:extLst>
          </p:cNvPr>
          <p:cNvSpPr/>
          <p:nvPr/>
        </p:nvSpPr>
        <p:spPr>
          <a:xfrm>
            <a:off x="1368847" y="14186605"/>
            <a:ext cx="664076" cy="2060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495BA6FF-AFF0-90FF-C70E-9FEA0FD95510}"/>
              </a:ext>
            </a:extLst>
          </p:cNvPr>
          <p:cNvCxnSpPr>
            <a:endCxn id="140" idx="0"/>
          </p:cNvCxnSpPr>
          <p:nvPr/>
        </p:nvCxnSpPr>
        <p:spPr>
          <a:xfrm rot="10800000" flipV="1">
            <a:off x="1700887" y="13752291"/>
            <a:ext cx="1954553" cy="4343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91F93D8F-041B-6ACB-750A-F5800569081D}"/>
              </a:ext>
            </a:extLst>
          </p:cNvPr>
          <p:cNvCxnSpPr>
            <a:stCxn id="99" idx="1"/>
            <a:endCxn id="140" idx="0"/>
          </p:cNvCxnSpPr>
          <p:nvPr/>
        </p:nvCxnSpPr>
        <p:spPr>
          <a:xfrm rot="10800000" flipV="1">
            <a:off x="1700885" y="10794042"/>
            <a:ext cx="255044" cy="339256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B052F370-B163-BED4-5D4C-612D71C9CC3F}"/>
              </a:ext>
            </a:extLst>
          </p:cNvPr>
          <p:cNvSpPr txBox="1"/>
          <p:nvPr/>
        </p:nvSpPr>
        <p:spPr>
          <a:xfrm>
            <a:off x="3386987" y="1346666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FD9D5D2-1C17-7833-D4CD-A2EAE3C81862}"/>
              </a:ext>
            </a:extLst>
          </p:cNvPr>
          <p:cNvSpPr txBox="1"/>
          <p:nvPr/>
        </p:nvSpPr>
        <p:spPr>
          <a:xfrm>
            <a:off x="1635928" y="1054349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897EA7D-1A36-54F7-1058-315F047F64B5}"/>
              </a:ext>
            </a:extLst>
          </p:cNvPr>
          <p:cNvSpPr txBox="1"/>
          <p:nvPr/>
        </p:nvSpPr>
        <p:spPr>
          <a:xfrm>
            <a:off x="5226458" y="1048388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D051185A-A367-26C2-F51E-8C1C073AE491}"/>
              </a:ext>
            </a:extLst>
          </p:cNvPr>
          <p:cNvCxnSpPr>
            <a:stCxn id="140" idx="2"/>
            <a:endCxn id="84" idx="0"/>
          </p:cNvCxnSpPr>
          <p:nvPr/>
        </p:nvCxnSpPr>
        <p:spPr>
          <a:xfrm rot="5400000" flipH="1" flipV="1">
            <a:off x="-963769" y="11524662"/>
            <a:ext cx="5532677" cy="203371"/>
          </a:xfrm>
          <a:prstGeom prst="bentConnector5">
            <a:avLst>
              <a:gd name="adj1" fmla="val -12597"/>
              <a:gd name="adj2" fmla="val 4463780"/>
              <a:gd name="adj3" fmla="val 1023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0FD80409-BD97-931A-ECF1-0C924F0DE32D}"/>
              </a:ext>
            </a:extLst>
          </p:cNvPr>
          <p:cNvCxnSpPr>
            <a:stCxn id="16" idx="1"/>
            <a:endCxn id="83" idx="0"/>
          </p:cNvCxnSpPr>
          <p:nvPr/>
        </p:nvCxnSpPr>
        <p:spPr>
          <a:xfrm rot="10800000" flipH="1" flipV="1">
            <a:off x="1351087" y="4343355"/>
            <a:ext cx="553169" cy="4125517"/>
          </a:xfrm>
          <a:prstGeom prst="bentConnector4">
            <a:avLst>
              <a:gd name="adj1" fmla="val -112875"/>
              <a:gd name="adj2" fmla="val 963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6BDE9B22-7258-97A7-9BDF-802F7335EFB3}"/>
              </a:ext>
            </a:extLst>
          </p:cNvPr>
          <p:cNvSpPr txBox="1"/>
          <p:nvPr/>
        </p:nvSpPr>
        <p:spPr>
          <a:xfrm>
            <a:off x="964453" y="405298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163" name="Elbow Connector 162">
            <a:extLst>
              <a:ext uri="{FF2B5EF4-FFF2-40B4-BE49-F238E27FC236}">
                <a16:creationId xmlns:a16="http://schemas.microsoft.com/office/drawing/2014/main" id="{CDA67609-F104-A245-8630-2594AEB1C284}"/>
              </a:ext>
            </a:extLst>
          </p:cNvPr>
          <p:cNvCxnSpPr>
            <a:cxnSpLocks/>
            <a:stCxn id="84" idx="1"/>
            <a:endCxn id="166" idx="1"/>
          </p:cNvCxnSpPr>
          <p:nvPr/>
        </p:nvCxnSpPr>
        <p:spPr>
          <a:xfrm rot="10800000" flipV="1">
            <a:off x="1168455" y="9022656"/>
            <a:ext cx="200392" cy="4557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89359D82-0798-4921-41D9-7037D918F7B9}"/>
              </a:ext>
            </a:extLst>
          </p:cNvPr>
          <p:cNvSpPr txBox="1"/>
          <p:nvPr/>
        </p:nvSpPr>
        <p:spPr>
          <a:xfrm>
            <a:off x="1011167" y="874929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553ADDF-B056-792D-25AE-E9CE0D20D730}"/>
              </a:ext>
            </a:extLst>
          </p:cNvPr>
          <p:cNvSpPr txBox="1"/>
          <p:nvPr/>
        </p:nvSpPr>
        <p:spPr>
          <a:xfrm>
            <a:off x="2342202" y="874929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66" name="Data 165">
            <a:extLst>
              <a:ext uri="{FF2B5EF4-FFF2-40B4-BE49-F238E27FC236}">
                <a16:creationId xmlns:a16="http://schemas.microsoft.com/office/drawing/2014/main" id="{8089B96D-5062-24CD-9897-4AB030754E8D}"/>
              </a:ext>
            </a:extLst>
          </p:cNvPr>
          <p:cNvSpPr/>
          <p:nvPr/>
        </p:nvSpPr>
        <p:spPr>
          <a:xfrm>
            <a:off x="111660" y="9478362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67" name="Terminator 166">
            <a:extLst>
              <a:ext uri="{FF2B5EF4-FFF2-40B4-BE49-F238E27FC236}">
                <a16:creationId xmlns:a16="http://schemas.microsoft.com/office/drawing/2014/main" id="{3F357509-DE7E-D60B-123C-4DD59DF6C6A4}"/>
              </a:ext>
            </a:extLst>
          </p:cNvPr>
          <p:cNvSpPr/>
          <p:nvPr/>
        </p:nvSpPr>
        <p:spPr>
          <a:xfrm>
            <a:off x="825554" y="9896353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A9EF99B3-7C32-3731-4070-67531B28A4E0}"/>
              </a:ext>
            </a:extLst>
          </p:cNvPr>
          <p:cNvCxnSpPr>
            <a:stCxn id="166" idx="4"/>
            <a:endCxn id="167" idx="0"/>
          </p:cNvCxnSpPr>
          <p:nvPr/>
        </p:nvCxnSpPr>
        <p:spPr>
          <a:xfrm flipH="1">
            <a:off x="1168454" y="9727307"/>
            <a:ext cx="1" cy="169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</TotalTime>
  <Words>285</Words>
  <Application>Microsoft Macintosh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6</cp:revision>
  <dcterms:created xsi:type="dcterms:W3CDTF">2025-11-30T19:03:59Z</dcterms:created>
  <dcterms:modified xsi:type="dcterms:W3CDTF">2025-12-01T17:27:57Z</dcterms:modified>
</cp:coreProperties>
</file>