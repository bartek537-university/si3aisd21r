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7" r:id="rId2"/>
  </p:sldIdLst>
  <p:sldSz cx="13716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0"/>
    <p:restoredTop sz="94673"/>
  </p:normalViewPr>
  <p:slideViewPr>
    <p:cSldViewPr snapToGrid="0">
      <p:cViewPr>
        <p:scale>
          <a:sx n="138" d="100"/>
          <a:sy n="138" d="100"/>
        </p:scale>
        <p:origin x="1544" y="-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3741210"/>
            <a:ext cx="11658600" cy="7958667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12006793"/>
            <a:ext cx="10287000" cy="5519207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794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994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5699132"/>
            <a:ext cx="11830050" cy="9509123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5298215"/>
            <a:ext cx="11830050" cy="5000623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616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6085417"/>
            <a:ext cx="58293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6085417"/>
            <a:ext cx="58293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051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1217088"/>
            <a:ext cx="118300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5603877"/>
            <a:ext cx="5802510" cy="274637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8350250"/>
            <a:ext cx="580251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5603877"/>
            <a:ext cx="5831087" cy="274637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8350250"/>
            <a:ext cx="5831087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3318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111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759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524000"/>
            <a:ext cx="4423767" cy="53340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3291421"/>
            <a:ext cx="6943725" cy="16245417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6858000"/>
            <a:ext cx="4423767" cy="12705293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815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524000"/>
            <a:ext cx="4423767" cy="53340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3291421"/>
            <a:ext cx="6943725" cy="16245417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6858000"/>
            <a:ext cx="4423767" cy="12705293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4824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780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1217083"/>
            <a:ext cx="2957513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1217083"/>
            <a:ext cx="8701088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1248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1217088"/>
            <a:ext cx="118300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6085417"/>
            <a:ext cx="118300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21187839"/>
            <a:ext cx="30861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21187839"/>
            <a:ext cx="46291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21187839"/>
            <a:ext cx="30861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844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363960" y="443522"/>
            <a:ext cx="129202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7.5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363965" y="783792"/>
            <a:ext cx="682885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700" dirty="0"/>
              <a:t>Sortowanie przez scalanie (</a:t>
            </a:r>
            <a:r>
              <a:rPr lang="pl-PL" sz="2700" i="1" dirty="0" err="1"/>
              <a:t>merge</a:t>
            </a:r>
            <a:r>
              <a:rPr lang="pl-PL" sz="2700" i="1" dirty="0"/>
              <a:t> sort</a:t>
            </a:r>
            <a:r>
              <a:rPr lang="pl-PL" sz="2700" dirty="0"/>
              <a:t>).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4A2F1-EB70-08F0-C33B-0B33A47322E2}"/>
              </a:ext>
            </a:extLst>
          </p:cNvPr>
          <p:cNvSpPr/>
          <p:nvPr/>
        </p:nvSpPr>
        <p:spPr>
          <a:xfrm>
            <a:off x="363959" y="1540568"/>
            <a:ext cx="2875442" cy="919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w tablicach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7CD38615-903A-8B68-7E2B-697695385CA7}"/>
              </a:ext>
            </a:extLst>
          </p:cNvPr>
          <p:cNvSpPr/>
          <p:nvPr/>
        </p:nvSpPr>
        <p:spPr>
          <a:xfrm>
            <a:off x="4453256" y="3608731"/>
            <a:ext cx="1936468" cy="31525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end – start &gt;= 2</a:t>
            </a:r>
          </a:p>
        </p:txBody>
      </p:sp>
      <p:sp>
        <p:nvSpPr>
          <p:cNvPr id="58" name="Predefined Process 57">
            <a:extLst>
              <a:ext uri="{FF2B5EF4-FFF2-40B4-BE49-F238E27FC236}">
                <a16:creationId xmlns:a16="http://schemas.microsoft.com/office/drawing/2014/main" id="{3417E229-D324-88DB-090D-9FDA5E60B54E}"/>
              </a:ext>
            </a:extLst>
          </p:cNvPr>
          <p:cNvSpPr/>
          <p:nvPr/>
        </p:nvSpPr>
        <p:spPr>
          <a:xfrm>
            <a:off x="5504174" y="4503420"/>
            <a:ext cx="2635274" cy="383464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Uruchom procedurę </a:t>
            </a:r>
            <a:r>
              <a:rPr lang="pl-PL" sz="900" dirty="0" err="1"/>
              <a:t>MergeSort</a:t>
            </a:r>
            <a:br>
              <a:rPr lang="pl-PL" sz="900" dirty="0"/>
            </a:br>
            <a:r>
              <a:rPr lang="pl-PL" sz="900" dirty="0"/>
              <a:t>z parametrami </a:t>
            </a:r>
            <a:r>
              <a:rPr lang="pl-PL" sz="900" dirty="0" err="1"/>
              <a:t>values</a:t>
            </a:r>
            <a:r>
              <a:rPr lang="pl-PL" sz="900" dirty="0"/>
              <a:t>, start, </a:t>
            </a:r>
            <a:r>
              <a:rPr lang="pl-PL" sz="900" dirty="0" err="1"/>
              <a:t>middle</a:t>
            </a:r>
            <a:r>
              <a:rPr lang="pl-PL" sz="900" dirty="0"/>
              <a:t>.</a:t>
            </a:r>
          </a:p>
        </p:txBody>
      </p: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D47D22BD-AA4A-7A30-D4CC-A419DC4DE819}"/>
              </a:ext>
            </a:extLst>
          </p:cNvPr>
          <p:cNvCxnSpPr>
            <a:cxnSpLocks/>
            <a:stCxn id="8" idx="1"/>
            <a:endCxn id="110" idx="0"/>
          </p:cNvCxnSpPr>
          <p:nvPr/>
        </p:nvCxnSpPr>
        <p:spPr>
          <a:xfrm rot="10800000" flipV="1">
            <a:off x="3691890" y="3766355"/>
            <a:ext cx="761367" cy="94625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1E7D48C-52D5-88B9-E944-F90A50BC447A}"/>
              </a:ext>
            </a:extLst>
          </p:cNvPr>
          <p:cNvSpPr txBox="1"/>
          <p:nvPr/>
        </p:nvSpPr>
        <p:spPr>
          <a:xfrm>
            <a:off x="6342099" y="349347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6185F1-D98A-7EA0-20DC-8C14FC7F7A38}"/>
              </a:ext>
            </a:extLst>
          </p:cNvPr>
          <p:cNvSpPr txBox="1"/>
          <p:nvPr/>
        </p:nvSpPr>
        <p:spPr>
          <a:xfrm>
            <a:off x="4144721" y="349677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AB99937-8090-29BA-EEB8-9F45C33624D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421490" y="3395215"/>
            <a:ext cx="0" cy="213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rminator 109">
            <a:extLst>
              <a:ext uri="{FF2B5EF4-FFF2-40B4-BE49-F238E27FC236}">
                <a16:creationId xmlns:a16="http://schemas.microsoft.com/office/drawing/2014/main" id="{F207390E-BC00-EC0D-F367-12C712E87995}"/>
              </a:ext>
            </a:extLst>
          </p:cNvPr>
          <p:cNvSpPr/>
          <p:nvPr/>
        </p:nvSpPr>
        <p:spPr>
          <a:xfrm>
            <a:off x="3130563" y="13228923"/>
            <a:ext cx="1122651" cy="36452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 </a:t>
            </a:r>
            <a:r>
              <a:rPr lang="en-US" sz="900" dirty="0" err="1"/>
              <a:t>procedury</a:t>
            </a:r>
            <a:r>
              <a:rPr lang="en-US" sz="900" dirty="0"/>
              <a:t> </a:t>
            </a:r>
            <a:r>
              <a:rPr lang="en-US" sz="900" dirty="0" err="1"/>
              <a:t>QuickSort</a:t>
            </a:r>
            <a:endParaRPr lang="en-US" sz="900" dirty="0"/>
          </a:p>
        </p:txBody>
      </p:sp>
      <p:sp>
        <p:nvSpPr>
          <p:cNvPr id="113" name="Terminator 112">
            <a:extLst>
              <a:ext uri="{FF2B5EF4-FFF2-40B4-BE49-F238E27FC236}">
                <a16:creationId xmlns:a16="http://schemas.microsoft.com/office/drawing/2014/main" id="{9EED8A1C-E04F-B852-883F-BFDC40825FB9}"/>
              </a:ext>
            </a:extLst>
          </p:cNvPr>
          <p:cNvSpPr/>
          <p:nvPr/>
        </p:nvSpPr>
        <p:spPr>
          <a:xfrm>
            <a:off x="4860164" y="2504944"/>
            <a:ext cx="1122651" cy="36452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 </a:t>
            </a:r>
            <a:r>
              <a:rPr lang="en-US" sz="900" dirty="0" err="1"/>
              <a:t>procedury</a:t>
            </a:r>
            <a:r>
              <a:rPr lang="en-US" sz="900" dirty="0"/>
              <a:t> </a:t>
            </a:r>
            <a:r>
              <a:rPr lang="en-US" sz="900" dirty="0" err="1"/>
              <a:t>MergeSort</a:t>
            </a:r>
            <a:endParaRPr lang="en-US" sz="900" dirty="0"/>
          </a:p>
        </p:txBody>
      </p:sp>
      <p:sp>
        <p:nvSpPr>
          <p:cNvPr id="114" name="Data 113">
            <a:extLst>
              <a:ext uri="{FF2B5EF4-FFF2-40B4-BE49-F238E27FC236}">
                <a16:creationId xmlns:a16="http://schemas.microsoft.com/office/drawing/2014/main" id="{A708E0B6-D601-F345-BB44-6A2C9BE7259D}"/>
              </a:ext>
            </a:extLst>
          </p:cNvPr>
          <p:cNvSpPr/>
          <p:nvPr/>
        </p:nvSpPr>
        <p:spPr>
          <a:xfrm>
            <a:off x="4189540" y="3052869"/>
            <a:ext cx="2463898" cy="345829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wartości</a:t>
            </a:r>
            <a:r>
              <a:rPr lang="en-US" sz="900" dirty="0"/>
              <a:t> </a:t>
            </a:r>
            <a:r>
              <a:rPr lang="en-US" sz="900" i="1" dirty="0"/>
              <a:t>start</a:t>
            </a:r>
            <a:r>
              <a:rPr lang="en-US" sz="900" dirty="0"/>
              <a:t> </a:t>
            </a: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/>
              <a:t>stop</a:t>
            </a:r>
            <a:r>
              <a:rPr lang="en-US" sz="900" dirty="0"/>
              <a:t>.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F640332-8439-3781-C51B-6C14A903A69E}"/>
              </a:ext>
            </a:extLst>
          </p:cNvPr>
          <p:cNvCxnSpPr>
            <a:stCxn id="113" idx="2"/>
            <a:endCxn id="114" idx="1"/>
          </p:cNvCxnSpPr>
          <p:nvPr/>
        </p:nvCxnSpPr>
        <p:spPr>
          <a:xfrm>
            <a:off x="5421489" y="2869468"/>
            <a:ext cx="0" cy="18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rminator 5">
            <a:extLst>
              <a:ext uri="{FF2B5EF4-FFF2-40B4-BE49-F238E27FC236}">
                <a16:creationId xmlns:a16="http://schemas.microsoft.com/office/drawing/2014/main" id="{67027515-838D-64EA-A37A-01BEE0379BCC}"/>
              </a:ext>
            </a:extLst>
          </p:cNvPr>
          <p:cNvSpPr/>
          <p:nvPr/>
        </p:nvSpPr>
        <p:spPr>
          <a:xfrm>
            <a:off x="1313079" y="313976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7558DA3D-F6D2-1895-4D68-FEE41A1DE874}"/>
              </a:ext>
            </a:extLst>
          </p:cNvPr>
          <p:cNvSpPr/>
          <p:nvPr/>
        </p:nvSpPr>
        <p:spPr>
          <a:xfrm>
            <a:off x="599187" y="3548580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96AF26-E331-3AFA-99A9-ECE61B4A01C5}"/>
              </a:ext>
            </a:extLst>
          </p:cNvPr>
          <p:cNvCxnSpPr>
            <a:cxnSpLocks/>
          </p:cNvCxnSpPr>
          <p:nvPr/>
        </p:nvCxnSpPr>
        <p:spPr>
          <a:xfrm>
            <a:off x="1655981" y="3366078"/>
            <a:ext cx="1" cy="18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>
            <a:extLst>
              <a:ext uri="{FF2B5EF4-FFF2-40B4-BE49-F238E27FC236}">
                <a16:creationId xmlns:a16="http://schemas.microsoft.com/office/drawing/2014/main" id="{746EEAD5-D937-FEA0-CEB1-656FCD5305CE}"/>
              </a:ext>
            </a:extLst>
          </p:cNvPr>
          <p:cNvSpPr/>
          <p:nvPr/>
        </p:nvSpPr>
        <p:spPr>
          <a:xfrm>
            <a:off x="940102" y="4010158"/>
            <a:ext cx="1431754" cy="2261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n ← długość(</a:t>
            </a:r>
            <a:r>
              <a:rPr lang="pl-PL" sz="900" dirty="0" err="1"/>
              <a:t>values</a:t>
            </a:r>
            <a:r>
              <a:rPr lang="pl-PL" sz="900" dirty="0"/>
              <a:t>)</a:t>
            </a:r>
          </a:p>
        </p:txBody>
      </p:sp>
      <p:sp>
        <p:nvSpPr>
          <p:cNvPr id="13" name="Predefined Process 12">
            <a:extLst>
              <a:ext uri="{FF2B5EF4-FFF2-40B4-BE49-F238E27FC236}">
                <a16:creationId xmlns:a16="http://schemas.microsoft.com/office/drawing/2014/main" id="{E52BB1FA-56AF-F1E1-7AB5-B4E43AA808AB}"/>
              </a:ext>
            </a:extLst>
          </p:cNvPr>
          <p:cNvSpPr/>
          <p:nvPr/>
        </p:nvSpPr>
        <p:spPr>
          <a:xfrm>
            <a:off x="469231" y="4448940"/>
            <a:ext cx="2373496" cy="334554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Uruchom procedurę </a:t>
            </a:r>
            <a:r>
              <a:rPr lang="pl-PL" sz="900" dirty="0" err="1"/>
              <a:t>MergeSort</a:t>
            </a:r>
            <a:br>
              <a:rPr lang="pl-PL" sz="900" dirty="0"/>
            </a:br>
            <a:r>
              <a:rPr lang="pl-PL" sz="900" dirty="0"/>
              <a:t>z parametrami </a:t>
            </a:r>
            <a:r>
              <a:rPr lang="pl-PL" sz="900" dirty="0" err="1"/>
              <a:t>values</a:t>
            </a:r>
            <a:r>
              <a:rPr lang="pl-PL" sz="900" dirty="0"/>
              <a:t>, 0, n</a:t>
            </a:r>
          </a:p>
        </p:txBody>
      </p:sp>
      <p:sp>
        <p:nvSpPr>
          <p:cNvPr id="16" name="Data 15">
            <a:extLst>
              <a:ext uri="{FF2B5EF4-FFF2-40B4-BE49-F238E27FC236}">
                <a16:creationId xmlns:a16="http://schemas.microsoft.com/office/drawing/2014/main" id="{11F8291E-7B08-6620-6B71-214874F58542}"/>
              </a:ext>
            </a:extLst>
          </p:cNvPr>
          <p:cNvSpPr/>
          <p:nvPr/>
        </p:nvSpPr>
        <p:spPr>
          <a:xfrm>
            <a:off x="599187" y="4996129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7" name="Terminator 16">
            <a:extLst>
              <a:ext uri="{FF2B5EF4-FFF2-40B4-BE49-F238E27FC236}">
                <a16:creationId xmlns:a16="http://schemas.microsoft.com/office/drawing/2014/main" id="{2FD89E71-CAF5-660C-5C7F-C4E62B9F99F2}"/>
              </a:ext>
            </a:extLst>
          </p:cNvPr>
          <p:cNvSpPr/>
          <p:nvPr/>
        </p:nvSpPr>
        <p:spPr>
          <a:xfrm>
            <a:off x="1313079" y="545972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2731B1-7858-A534-C902-F02A4DA4CA19}"/>
              </a:ext>
            </a:extLst>
          </p:cNvPr>
          <p:cNvCxnSpPr>
            <a:stCxn id="7" idx="4"/>
            <a:endCxn id="11" idx="0"/>
          </p:cNvCxnSpPr>
          <p:nvPr/>
        </p:nvCxnSpPr>
        <p:spPr>
          <a:xfrm flipH="1">
            <a:off x="1655981" y="3797524"/>
            <a:ext cx="1" cy="21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A5BD53-8F4E-D8EA-AEDD-09FD1711D55C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1655979" y="4236306"/>
            <a:ext cx="0" cy="21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CC15D-58EE-E03B-47E2-5FF4A58D8BDC}"/>
              </a:ext>
            </a:extLst>
          </p:cNvPr>
          <p:cNvCxnSpPr>
            <a:cxnSpLocks/>
            <a:stCxn id="13" idx="2"/>
            <a:endCxn id="16" idx="1"/>
          </p:cNvCxnSpPr>
          <p:nvPr/>
        </p:nvCxnSpPr>
        <p:spPr>
          <a:xfrm>
            <a:off x="1655979" y="4783494"/>
            <a:ext cx="2" cy="212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195401-426B-F1C5-C439-78323C5503B0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1655981" y="5245074"/>
            <a:ext cx="1" cy="214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Process 48">
            <a:extLst>
              <a:ext uri="{FF2B5EF4-FFF2-40B4-BE49-F238E27FC236}">
                <a16:creationId xmlns:a16="http://schemas.microsoft.com/office/drawing/2014/main" id="{DEC0DFC2-B6F7-ED72-462F-C5B4CC9A2DB2}"/>
              </a:ext>
            </a:extLst>
          </p:cNvPr>
          <p:cNvSpPr/>
          <p:nvPr/>
        </p:nvSpPr>
        <p:spPr>
          <a:xfrm>
            <a:off x="5898210" y="4046897"/>
            <a:ext cx="1847202" cy="27201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middle</a:t>
            </a:r>
            <a:r>
              <a:rPr lang="pl-PL" sz="900" dirty="0"/>
              <a:t> ← (</a:t>
            </a:r>
            <a:r>
              <a:rPr lang="pl-PL" sz="900" dirty="0" err="1"/>
              <a:t>start+end</a:t>
            </a:r>
            <a:r>
              <a:rPr lang="pl-PL" sz="900" dirty="0"/>
              <a:t>) div 2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6E2119C-5F69-8EB4-D8FB-EA8DF73A6013}"/>
              </a:ext>
            </a:extLst>
          </p:cNvPr>
          <p:cNvCxnSpPr>
            <a:cxnSpLocks/>
            <a:stCxn id="8" idx="3"/>
            <a:endCxn id="49" idx="0"/>
          </p:cNvCxnSpPr>
          <p:nvPr/>
        </p:nvCxnSpPr>
        <p:spPr>
          <a:xfrm>
            <a:off x="6389725" y="3766357"/>
            <a:ext cx="432087" cy="2805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redefined Process 58">
            <a:extLst>
              <a:ext uri="{FF2B5EF4-FFF2-40B4-BE49-F238E27FC236}">
                <a16:creationId xmlns:a16="http://schemas.microsoft.com/office/drawing/2014/main" id="{14887FCF-6BBC-5774-643F-23D642E8C3ED}"/>
              </a:ext>
            </a:extLst>
          </p:cNvPr>
          <p:cNvSpPr/>
          <p:nvPr/>
        </p:nvSpPr>
        <p:spPr>
          <a:xfrm>
            <a:off x="5504174" y="5070091"/>
            <a:ext cx="2635274" cy="383464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Uruchom procedurę </a:t>
            </a:r>
            <a:r>
              <a:rPr lang="pl-PL" sz="900" dirty="0" err="1"/>
              <a:t>MergeSort</a:t>
            </a:r>
            <a:br>
              <a:rPr lang="pl-PL" sz="900" dirty="0"/>
            </a:br>
            <a:r>
              <a:rPr lang="pl-PL" sz="900" dirty="0"/>
              <a:t>z parametrami </a:t>
            </a:r>
            <a:r>
              <a:rPr lang="pl-PL" sz="900" dirty="0" err="1"/>
              <a:t>values</a:t>
            </a:r>
            <a:r>
              <a:rPr lang="pl-PL" sz="900" dirty="0"/>
              <a:t>, </a:t>
            </a:r>
            <a:r>
              <a:rPr lang="pl-PL" sz="900" dirty="0" err="1"/>
              <a:t>middle</a:t>
            </a:r>
            <a:r>
              <a:rPr lang="pl-PL" sz="900" dirty="0"/>
              <a:t>, end.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6E4E110-295D-55B0-A851-948AE4B31058}"/>
              </a:ext>
            </a:extLst>
          </p:cNvPr>
          <p:cNvCxnSpPr>
            <a:cxnSpLocks/>
          </p:cNvCxnSpPr>
          <p:nvPr/>
        </p:nvCxnSpPr>
        <p:spPr>
          <a:xfrm>
            <a:off x="6821811" y="4318916"/>
            <a:ext cx="0" cy="184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2D2D5A-D8FA-AEC7-1614-5B861C714341}"/>
              </a:ext>
            </a:extLst>
          </p:cNvPr>
          <p:cNvCxnSpPr>
            <a:cxnSpLocks/>
          </p:cNvCxnSpPr>
          <p:nvPr/>
        </p:nvCxnSpPr>
        <p:spPr>
          <a:xfrm>
            <a:off x="6821811" y="4886885"/>
            <a:ext cx="0" cy="183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Process 67">
            <a:extLst>
              <a:ext uri="{FF2B5EF4-FFF2-40B4-BE49-F238E27FC236}">
                <a16:creationId xmlns:a16="http://schemas.microsoft.com/office/drawing/2014/main" id="{36EDBADF-7DF0-43E1-0F39-9FE9B73B57B0}"/>
              </a:ext>
            </a:extLst>
          </p:cNvPr>
          <p:cNvSpPr/>
          <p:nvPr/>
        </p:nvSpPr>
        <p:spPr>
          <a:xfrm>
            <a:off x="5484555" y="5636762"/>
            <a:ext cx="2674512" cy="61830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 ← Pusta tablica długości (end-start)</a:t>
            </a:r>
          </a:p>
          <a:p>
            <a:pPr algn="ctr"/>
            <a:r>
              <a:rPr lang="pl-PL" sz="900" dirty="0" err="1"/>
              <a:t>head</a:t>
            </a:r>
            <a:r>
              <a:rPr lang="pl-PL" sz="900" dirty="0"/>
              <a:t> ← start</a:t>
            </a:r>
          </a:p>
          <a:p>
            <a:pPr algn="ctr"/>
            <a:r>
              <a:rPr lang="pl-PL" sz="900" dirty="0"/>
              <a:t>l ← start</a:t>
            </a:r>
          </a:p>
          <a:p>
            <a:pPr algn="ctr"/>
            <a:r>
              <a:rPr lang="pl-PL" sz="900" dirty="0"/>
              <a:t>r ← </a:t>
            </a:r>
            <a:r>
              <a:rPr lang="pl-PL" sz="900" dirty="0" err="1"/>
              <a:t>middle</a:t>
            </a:r>
            <a:endParaRPr lang="pl-PL" sz="900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19794CB-4C20-6119-A8FF-2E1E62D10498}"/>
              </a:ext>
            </a:extLst>
          </p:cNvPr>
          <p:cNvCxnSpPr>
            <a:cxnSpLocks/>
            <a:stCxn id="59" idx="2"/>
            <a:endCxn id="68" idx="0"/>
          </p:cNvCxnSpPr>
          <p:nvPr/>
        </p:nvCxnSpPr>
        <p:spPr>
          <a:xfrm>
            <a:off x="6821811" y="5453555"/>
            <a:ext cx="0" cy="183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ecision 70">
            <a:extLst>
              <a:ext uri="{FF2B5EF4-FFF2-40B4-BE49-F238E27FC236}">
                <a16:creationId xmlns:a16="http://schemas.microsoft.com/office/drawing/2014/main" id="{08F9628D-FA08-9042-1D72-96F374EBA7C5}"/>
              </a:ext>
            </a:extLst>
          </p:cNvPr>
          <p:cNvSpPr/>
          <p:nvPr/>
        </p:nvSpPr>
        <p:spPr>
          <a:xfrm>
            <a:off x="5855841" y="6597001"/>
            <a:ext cx="1931940" cy="57779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l &lt; </a:t>
            </a:r>
            <a:r>
              <a:rPr lang="pl-PL" sz="900" dirty="0" err="1"/>
              <a:t>middle</a:t>
            </a:r>
            <a:endParaRPr lang="pl-PL" sz="900" dirty="0"/>
          </a:p>
          <a:p>
            <a:pPr algn="ctr"/>
            <a:r>
              <a:rPr lang="pl-PL" sz="900" dirty="0"/>
              <a:t>oraz</a:t>
            </a:r>
          </a:p>
          <a:p>
            <a:pPr algn="ctr"/>
            <a:r>
              <a:rPr lang="pl-PL" sz="900" dirty="0"/>
              <a:t>r &lt; end</a:t>
            </a:r>
          </a:p>
        </p:txBody>
      </p:sp>
      <p:sp>
        <p:nvSpPr>
          <p:cNvPr id="73" name="Decision 72">
            <a:extLst>
              <a:ext uri="{FF2B5EF4-FFF2-40B4-BE49-F238E27FC236}">
                <a16:creationId xmlns:a16="http://schemas.microsoft.com/office/drawing/2014/main" id="{38A572E1-B145-C538-5B0A-EDD8EBDEB9E9}"/>
              </a:ext>
            </a:extLst>
          </p:cNvPr>
          <p:cNvSpPr/>
          <p:nvPr/>
        </p:nvSpPr>
        <p:spPr>
          <a:xfrm>
            <a:off x="9872290" y="7163241"/>
            <a:ext cx="1512170" cy="44173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[l] &lt; </a:t>
            </a:r>
            <a:r>
              <a:rPr lang="pl-PL" sz="900" dirty="0" err="1"/>
              <a:t>values</a:t>
            </a:r>
            <a:r>
              <a:rPr lang="pl-PL" sz="900" dirty="0"/>
              <a:t>[r]</a:t>
            </a:r>
          </a:p>
        </p:txBody>
      </p:sp>
      <p:sp>
        <p:nvSpPr>
          <p:cNvPr id="79" name="Process 78">
            <a:extLst>
              <a:ext uri="{FF2B5EF4-FFF2-40B4-BE49-F238E27FC236}">
                <a16:creationId xmlns:a16="http://schemas.microsoft.com/office/drawing/2014/main" id="{1282B39C-8695-F8EF-0983-623E69C52504}"/>
              </a:ext>
            </a:extLst>
          </p:cNvPr>
          <p:cNvSpPr/>
          <p:nvPr/>
        </p:nvSpPr>
        <p:spPr>
          <a:xfrm>
            <a:off x="10801778" y="7798337"/>
            <a:ext cx="1847202" cy="39262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temp[</a:t>
            </a:r>
            <a:r>
              <a:rPr lang="pl-PL" sz="900" dirty="0" err="1"/>
              <a:t>head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[l]</a:t>
            </a:r>
          </a:p>
          <a:p>
            <a:pPr algn="ctr"/>
            <a:r>
              <a:rPr lang="pl-PL" sz="900" dirty="0"/>
              <a:t>l ← l + 1</a:t>
            </a:r>
          </a:p>
        </p:txBody>
      </p:sp>
      <p:sp>
        <p:nvSpPr>
          <p:cNvPr id="81" name="Process 80">
            <a:extLst>
              <a:ext uri="{FF2B5EF4-FFF2-40B4-BE49-F238E27FC236}">
                <a16:creationId xmlns:a16="http://schemas.microsoft.com/office/drawing/2014/main" id="{46FE5149-03F4-102C-C35E-0B4BB222A2BA}"/>
              </a:ext>
            </a:extLst>
          </p:cNvPr>
          <p:cNvSpPr/>
          <p:nvPr/>
        </p:nvSpPr>
        <p:spPr>
          <a:xfrm>
            <a:off x="8613882" y="7798336"/>
            <a:ext cx="1847202" cy="39262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temp[</a:t>
            </a:r>
            <a:r>
              <a:rPr lang="pl-PL" sz="900" dirty="0" err="1"/>
              <a:t>head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[r]</a:t>
            </a:r>
          </a:p>
          <a:p>
            <a:pPr algn="ctr"/>
            <a:r>
              <a:rPr lang="pl-PL" sz="900" dirty="0"/>
              <a:t>r ← r + 1</a:t>
            </a:r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C4561179-94AB-6D95-1D0D-CE93CA9931D0}"/>
              </a:ext>
            </a:extLst>
          </p:cNvPr>
          <p:cNvCxnSpPr>
            <a:stCxn id="73" idx="3"/>
            <a:endCxn id="79" idx="0"/>
          </p:cNvCxnSpPr>
          <p:nvPr/>
        </p:nvCxnSpPr>
        <p:spPr>
          <a:xfrm>
            <a:off x="11384461" y="7384108"/>
            <a:ext cx="340919" cy="414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1DF1CAAE-945D-B5E0-9019-20B14E3E27FF}"/>
              </a:ext>
            </a:extLst>
          </p:cNvPr>
          <p:cNvCxnSpPr>
            <a:stCxn id="73" idx="1"/>
            <a:endCxn id="81" idx="0"/>
          </p:cNvCxnSpPr>
          <p:nvPr/>
        </p:nvCxnSpPr>
        <p:spPr>
          <a:xfrm rot="10800000" flipV="1">
            <a:off x="9537485" y="7384108"/>
            <a:ext cx="334807" cy="4142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Process 89">
            <a:extLst>
              <a:ext uri="{FF2B5EF4-FFF2-40B4-BE49-F238E27FC236}">
                <a16:creationId xmlns:a16="http://schemas.microsoft.com/office/drawing/2014/main" id="{DFFF9125-6600-2E6D-CF06-163A6738CDBB}"/>
              </a:ext>
            </a:extLst>
          </p:cNvPr>
          <p:cNvSpPr/>
          <p:nvPr/>
        </p:nvSpPr>
        <p:spPr>
          <a:xfrm>
            <a:off x="10043729" y="8569758"/>
            <a:ext cx="1169292" cy="2208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head</a:t>
            </a:r>
            <a:r>
              <a:rPr lang="pl-PL" sz="900" dirty="0"/>
              <a:t> ← </a:t>
            </a:r>
            <a:r>
              <a:rPr lang="pl-PL" sz="900" dirty="0" err="1"/>
              <a:t>head</a:t>
            </a:r>
            <a:r>
              <a:rPr lang="pl-PL" sz="900" dirty="0"/>
              <a:t> + 1 </a:t>
            </a:r>
          </a:p>
        </p:txBody>
      </p: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97D8F813-FF7B-6492-BE6E-88CE1D1DE303}"/>
              </a:ext>
            </a:extLst>
          </p:cNvPr>
          <p:cNvCxnSpPr>
            <a:stCxn id="81" idx="2"/>
            <a:endCxn id="90" idx="0"/>
          </p:cNvCxnSpPr>
          <p:nvPr/>
        </p:nvCxnSpPr>
        <p:spPr>
          <a:xfrm rot="16200000" flipH="1">
            <a:off x="9893528" y="7834911"/>
            <a:ext cx="378802" cy="10908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ED96C712-CEA4-7603-389E-F19A05A25E30}"/>
              </a:ext>
            </a:extLst>
          </p:cNvPr>
          <p:cNvCxnSpPr>
            <a:stCxn id="79" idx="2"/>
            <a:endCxn id="90" idx="0"/>
          </p:cNvCxnSpPr>
          <p:nvPr/>
        </p:nvCxnSpPr>
        <p:spPr>
          <a:xfrm rot="5400000">
            <a:off x="10987478" y="7831855"/>
            <a:ext cx="378801" cy="10970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7D4B9570-8BD7-76C0-EAEA-6E94DD536D9B}"/>
              </a:ext>
            </a:extLst>
          </p:cNvPr>
          <p:cNvCxnSpPr>
            <a:stCxn id="71" idx="3"/>
            <a:endCxn id="73" idx="0"/>
          </p:cNvCxnSpPr>
          <p:nvPr/>
        </p:nvCxnSpPr>
        <p:spPr>
          <a:xfrm>
            <a:off x="7787781" y="6885898"/>
            <a:ext cx="2840594" cy="2773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5BCF85D-DDBC-7AD4-014C-489A5B7629AE}"/>
              </a:ext>
            </a:extLst>
          </p:cNvPr>
          <p:cNvCxnSpPr>
            <a:cxnSpLocks/>
            <a:stCxn id="68" idx="2"/>
            <a:endCxn id="71" idx="0"/>
          </p:cNvCxnSpPr>
          <p:nvPr/>
        </p:nvCxnSpPr>
        <p:spPr>
          <a:xfrm>
            <a:off x="6821811" y="6255068"/>
            <a:ext cx="0" cy="34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58DDC44-AE79-9A8C-F9A2-9FA1B3A4C54B}"/>
              </a:ext>
            </a:extLst>
          </p:cNvPr>
          <p:cNvSpPr txBox="1"/>
          <p:nvPr/>
        </p:nvSpPr>
        <p:spPr>
          <a:xfrm>
            <a:off x="7770155" y="657812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EAB92402-A449-E63C-6A9A-A21FC5270C87}"/>
              </a:ext>
            </a:extLst>
          </p:cNvPr>
          <p:cNvCxnSpPr>
            <a:stCxn id="90" idx="2"/>
            <a:endCxn id="71" idx="0"/>
          </p:cNvCxnSpPr>
          <p:nvPr/>
        </p:nvCxnSpPr>
        <p:spPr>
          <a:xfrm rot="5400000" flipH="1">
            <a:off x="7628280" y="5790532"/>
            <a:ext cx="2193625" cy="3806564"/>
          </a:xfrm>
          <a:prstGeom prst="bentConnector5">
            <a:avLst>
              <a:gd name="adj1" fmla="val -10421"/>
              <a:gd name="adj2" fmla="val -57501"/>
              <a:gd name="adj3" fmla="val 1104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Process 119">
            <a:extLst>
              <a:ext uri="{FF2B5EF4-FFF2-40B4-BE49-F238E27FC236}">
                <a16:creationId xmlns:a16="http://schemas.microsoft.com/office/drawing/2014/main" id="{0AA3DE0A-FD1B-2819-16B6-D6145106DA27}"/>
              </a:ext>
            </a:extLst>
          </p:cNvPr>
          <p:cNvSpPr/>
          <p:nvPr/>
        </p:nvSpPr>
        <p:spPr>
          <a:xfrm>
            <a:off x="5150920" y="7416746"/>
            <a:ext cx="642141" cy="2208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l</a:t>
            </a:r>
          </a:p>
        </p:txBody>
      </p:sp>
      <p:sp>
        <p:nvSpPr>
          <p:cNvPr id="121" name="Decision 120">
            <a:extLst>
              <a:ext uri="{FF2B5EF4-FFF2-40B4-BE49-F238E27FC236}">
                <a16:creationId xmlns:a16="http://schemas.microsoft.com/office/drawing/2014/main" id="{21D040F6-2EBA-BE63-B164-AD1F46CCCCB8}"/>
              </a:ext>
            </a:extLst>
          </p:cNvPr>
          <p:cNvSpPr/>
          <p:nvPr/>
        </p:nvSpPr>
        <p:spPr>
          <a:xfrm>
            <a:off x="4715904" y="7847065"/>
            <a:ext cx="1512170" cy="44173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</a:t>
            </a:r>
            <a:r>
              <a:rPr lang="pl-PL" sz="900" dirty="0" err="1"/>
              <a:t>middle</a:t>
            </a:r>
            <a:endParaRPr lang="pl-PL" sz="900" dirty="0"/>
          </a:p>
        </p:txBody>
      </p:sp>
      <p:sp>
        <p:nvSpPr>
          <p:cNvPr id="122" name="Process 121">
            <a:extLst>
              <a:ext uri="{FF2B5EF4-FFF2-40B4-BE49-F238E27FC236}">
                <a16:creationId xmlns:a16="http://schemas.microsoft.com/office/drawing/2014/main" id="{750B200E-6042-B70F-F2F1-52F2CCC7BD7D}"/>
              </a:ext>
            </a:extLst>
          </p:cNvPr>
          <p:cNvSpPr/>
          <p:nvPr/>
        </p:nvSpPr>
        <p:spPr>
          <a:xfrm>
            <a:off x="5638515" y="8498249"/>
            <a:ext cx="1442415" cy="49299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temp[</a:t>
            </a:r>
            <a:r>
              <a:rPr lang="pl-PL" sz="900" dirty="0" err="1"/>
              <a:t>head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[i]</a:t>
            </a:r>
          </a:p>
          <a:p>
            <a:pPr algn="ctr"/>
            <a:r>
              <a:rPr lang="pl-PL" sz="900" dirty="0" err="1"/>
              <a:t>head</a:t>
            </a:r>
            <a:r>
              <a:rPr lang="pl-PL" sz="900" dirty="0"/>
              <a:t> ← </a:t>
            </a:r>
            <a:r>
              <a:rPr lang="pl-PL" sz="900" dirty="0" err="1"/>
              <a:t>head</a:t>
            </a:r>
            <a:r>
              <a:rPr lang="pl-PL" sz="900" dirty="0"/>
              <a:t> + 1</a:t>
            </a:r>
          </a:p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947DAE68-2BF7-489B-495F-1EEC90CD95EF}"/>
              </a:ext>
            </a:extLst>
          </p:cNvPr>
          <p:cNvCxnSpPr>
            <a:cxnSpLocks/>
            <a:stCxn id="121" idx="3"/>
            <a:endCxn id="122" idx="0"/>
          </p:cNvCxnSpPr>
          <p:nvPr/>
        </p:nvCxnSpPr>
        <p:spPr>
          <a:xfrm>
            <a:off x="6228074" y="8067933"/>
            <a:ext cx="131648" cy="4303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06F5D5A-663F-1263-A681-DE508AC9C8B9}"/>
              </a:ext>
            </a:extLst>
          </p:cNvPr>
          <p:cNvCxnSpPr>
            <a:stCxn id="120" idx="2"/>
            <a:endCxn id="121" idx="0"/>
          </p:cNvCxnSpPr>
          <p:nvPr/>
        </p:nvCxnSpPr>
        <p:spPr>
          <a:xfrm flipH="1">
            <a:off x="5471990" y="7637614"/>
            <a:ext cx="1" cy="209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FE64B376-385D-482A-8E86-D2F5BF54744B}"/>
              </a:ext>
            </a:extLst>
          </p:cNvPr>
          <p:cNvCxnSpPr>
            <a:stCxn id="122" idx="2"/>
            <a:endCxn id="121" idx="0"/>
          </p:cNvCxnSpPr>
          <p:nvPr/>
        </p:nvCxnSpPr>
        <p:spPr>
          <a:xfrm rot="5400000" flipH="1">
            <a:off x="5343765" y="7975291"/>
            <a:ext cx="1144183" cy="887733"/>
          </a:xfrm>
          <a:prstGeom prst="bentConnector5">
            <a:avLst>
              <a:gd name="adj1" fmla="val -19979"/>
              <a:gd name="adj2" fmla="val -106796"/>
              <a:gd name="adj3" fmla="val 1115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F8FA4810-7BCE-AC44-75BD-B2793F4B08B5}"/>
              </a:ext>
            </a:extLst>
          </p:cNvPr>
          <p:cNvSpPr txBox="1"/>
          <p:nvPr/>
        </p:nvSpPr>
        <p:spPr>
          <a:xfrm>
            <a:off x="6036968" y="778014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1F9C193-3DD8-6C5D-5E6F-EE8C4B1D8F25}"/>
              </a:ext>
            </a:extLst>
          </p:cNvPr>
          <p:cNvSpPr txBox="1"/>
          <p:nvPr/>
        </p:nvSpPr>
        <p:spPr>
          <a:xfrm>
            <a:off x="9473222" y="710896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FF04AEE-3D09-5187-5711-E55352B96820}"/>
              </a:ext>
            </a:extLst>
          </p:cNvPr>
          <p:cNvSpPr txBox="1"/>
          <p:nvPr/>
        </p:nvSpPr>
        <p:spPr>
          <a:xfrm>
            <a:off x="11384460" y="713353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7" name="Process 136">
            <a:extLst>
              <a:ext uri="{FF2B5EF4-FFF2-40B4-BE49-F238E27FC236}">
                <a16:creationId xmlns:a16="http://schemas.microsoft.com/office/drawing/2014/main" id="{D7684170-F423-DF4A-86B3-457AC6CE7996}"/>
              </a:ext>
            </a:extLst>
          </p:cNvPr>
          <p:cNvSpPr/>
          <p:nvPr/>
        </p:nvSpPr>
        <p:spPr>
          <a:xfrm>
            <a:off x="5122613" y="9662949"/>
            <a:ext cx="642141" cy="2208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r</a:t>
            </a:r>
          </a:p>
        </p:txBody>
      </p:sp>
      <p:sp>
        <p:nvSpPr>
          <p:cNvPr id="138" name="Decision 137">
            <a:extLst>
              <a:ext uri="{FF2B5EF4-FFF2-40B4-BE49-F238E27FC236}">
                <a16:creationId xmlns:a16="http://schemas.microsoft.com/office/drawing/2014/main" id="{A14E8138-1FA0-1C20-E24F-C10DEFE4F978}"/>
              </a:ext>
            </a:extLst>
          </p:cNvPr>
          <p:cNvSpPr/>
          <p:nvPr/>
        </p:nvSpPr>
        <p:spPr>
          <a:xfrm>
            <a:off x="4687597" y="10093268"/>
            <a:ext cx="1512170" cy="44173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end</a:t>
            </a:r>
          </a:p>
        </p:txBody>
      </p:sp>
      <p:sp>
        <p:nvSpPr>
          <p:cNvPr id="139" name="Process 138">
            <a:extLst>
              <a:ext uri="{FF2B5EF4-FFF2-40B4-BE49-F238E27FC236}">
                <a16:creationId xmlns:a16="http://schemas.microsoft.com/office/drawing/2014/main" id="{3272C651-A31E-4D5F-939C-62082B1D152F}"/>
              </a:ext>
            </a:extLst>
          </p:cNvPr>
          <p:cNvSpPr/>
          <p:nvPr/>
        </p:nvSpPr>
        <p:spPr>
          <a:xfrm>
            <a:off x="5610208" y="10744452"/>
            <a:ext cx="1442415" cy="49299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temp[</a:t>
            </a:r>
            <a:r>
              <a:rPr lang="pl-PL" sz="900" dirty="0" err="1"/>
              <a:t>head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[i]</a:t>
            </a:r>
          </a:p>
          <a:p>
            <a:pPr algn="ctr"/>
            <a:r>
              <a:rPr lang="pl-PL" sz="900" dirty="0" err="1"/>
              <a:t>head</a:t>
            </a:r>
            <a:r>
              <a:rPr lang="pl-PL" sz="900" dirty="0"/>
              <a:t> ← </a:t>
            </a:r>
            <a:r>
              <a:rPr lang="pl-PL" sz="900" dirty="0" err="1"/>
              <a:t>head</a:t>
            </a:r>
            <a:r>
              <a:rPr lang="pl-PL" sz="900" dirty="0"/>
              <a:t> + 1</a:t>
            </a:r>
          </a:p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A2A6A330-05C9-10D8-D3F0-9DBCE82F2ADC}"/>
              </a:ext>
            </a:extLst>
          </p:cNvPr>
          <p:cNvCxnSpPr>
            <a:cxnSpLocks/>
            <a:stCxn id="138" idx="3"/>
            <a:endCxn id="139" idx="0"/>
          </p:cNvCxnSpPr>
          <p:nvPr/>
        </p:nvCxnSpPr>
        <p:spPr>
          <a:xfrm>
            <a:off x="6199767" y="10314136"/>
            <a:ext cx="131648" cy="4303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8ED85B2-67DE-7600-3476-5F970F072220}"/>
              </a:ext>
            </a:extLst>
          </p:cNvPr>
          <p:cNvCxnSpPr>
            <a:stCxn id="137" idx="2"/>
            <a:endCxn id="138" idx="0"/>
          </p:cNvCxnSpPr>
          <p:nvPr/>
        </p:nvCxnSpPr>
        <p:spPr>
          <a:xfrm flipH="1">
            <a:off x="5443683" y="9883817"/>
            <a:ext cx="1" cy="209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31727C59-FA83-5E3F-207B-6A5C97B1143F}"/>
              </a:ext>
            </a:extLst>
          </p:cNvPr>
          <p:cNvCxnSpPr>
            <a:stCxn id="139" idx="2"/>
            <a:endCxn id="138" idx="0"/>
          </p:cNvCxnSpPr>
          <p:nvPr/>
        </p:nvCxnSpPr>
        <p:spPr>
          <a:xfrm rot="5400000" flipH="1">
            <a:off x="5315458" y="10221494"/>
            <a:ext cx="1144183" cy="887733"/>
          </a:xfrm>
          <a:prstGeom prst="bentConnector5">
            <a:avLst>
              <a:gd name="adj1" fmla="val -19979"/>
              <a:gd name="adj2" fmla="val -106796"/>
              <a:gd name="adj3" fmla="val 1115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F6DC7518-834E-7FA4-0B4C-2EB8381071A9}"/>
              </a:ext>
            </a:extLst>
          </p:cNvPr>
          <p:cNvSpPr txBox="1"/>
          <p:nvPr/>
        </p:nvSpPr>
        <p:spPr>
          <a:xfrm>
            <a:off x="6008661" y="1002635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4" name="Process 143">
            <a:extLst>
              <a:ext uri="{FF2B5EF4-FFF2-40B4-BE49-F238E27FC236}">
                <a16:creationId xmlns:a16="http://schemas.microsoft.com/office/drawing/2014/main" id="{BB79B981-02B6-AA8A-454F-FB9A269D1B38}"/>
              </a:ext>
            </a:extLst>
          </p:cNvPr>
          <p:cNvSpPr/>
          <p:nvPr/>
        </p:nvSpPr>
        <p:spPr>
          <a:xfrm>
            <a:off x="5112883" y="11907594"/>
            <a:ext cx="642141" cy="2208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start</a:t>
            </a:r>
          </a:p>
        </p:txBody>
      </p:sp>
      <p:sp>
        <p:nvSpPr>
          <p:cNvPr id="145" name="Decision 144">
            <a:extLst>
              <a:ext uri="{FF2B5EF4-FFF2-40B4-BE49-F238E27FC236}">
                <a16:creationId xmlns:a16="http://schemas.microsoft.com/office/drawing/2014/main" id="{198FED6F-7091-CB04-E00F-EDCC7B4FBEBB}"/>
              </a:ext>
            </a:extLst>
          </p:cNvPr>
          <p:cNvSpPr/>
          <p:nvPr/>
        </p:nvSpPr>
        <p:spPr>
          <a:xfrm>
            <a:off x="4677867" y="12337913"/>
            <a:ext cx="1512170" cy="44173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end</a:t>
            </a:r>
          </a:p>
        </p:txBody>
      </p:sp>
      <p:sp>
        <p:nvSpPr>
          <p:cNvPr id="146" name="Process 145">
            <a:extLst>
              <a:ext uri="{FF2B5EF4-FFF2-40B4-BE49-F238E27FC236}">
                <a16:creationId xmlns:a16="http://schemas.microsoft.com/office/drawing/2014/main" id="{685E7779-D0EA-90C4-BEC8-D6832680DB58}"/>
              </a:ext>
            </a:extLst>
          </p:cNvPr>
          <p:cNvSpPr/>
          <p:nvPr/>
        </p:nvSpPr>
        <p:spPr>
          <a:xfrm>
            <a:off x="5600478" y="12989096"/>
            <a:ext cx="1442415" cy="4417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[i] ← temp[i]</a:t>
            </a:r>
          </a:p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147" name="Elbow Connector 146">
            <a:extLst>
              <a:ext uri="{FF2B5EF4-FFF2-40B4-BE49-F238E27FC236}">
                <a16:creationId xmlns:a16="http://schemas.microsoft.com/office/drawing/2014/main" id="{8AB591C7-C953-53DD-3C53-042A4E9B336E}"/>
              </a:ext>
            </a:extLst>
          </p:cNvPr>
          <p:cNvCxnSpPr>
            <a:cxnSpLocks/>
            <a:stCxn id="145" idx="3"/>
            <a:endCxn id="146" idx="0"/>
          </p:cNvCxnSpPr>
          <p:nvPr/>
        </p:nvCxnSpPr>
        <p:spPr>
          <a:xfrm>
            <a:off x="6190037" y="12558781"/>
            <a:ext cx="131649" cy="4303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6D2F1381-4B91-EA61-8739-E7265F7D4BE1}"/>
              </a:ext>
            </a:extLst>
          </p:cNvPr>
          <p:cNvCxnSpPr>
            <a:stCxn id="144" idx="2"/>
            <a:endCxn id="145" idx="0"/>
          </p:cNvCxnSpPr>
          <p:nvPr/>
        </p:nvCxnSpPr>
        <p:spPr>
          <a:xfrm flipH="1">
            <a:off x="5433953" y="12128462"/>
            <a:ext cx="1" cy="209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1014F6E4-FACA-5819-080A-FD5B5870A59D}"/>
              </a:ext>
            </a:extLst>
          </p:cNvPr>
          <p:cNvCxnSpPr>
            <a:cxnSpLocks/>
            <a:stCxn id="146" idx="2"/>
            <a:endCxn id="145" idx="0"/>
          </p:cNvCxnSpPr>
          <p:nvPr/>
        </p:nvCxnSpPr>
        <p:spPr>
          <a:xfrm rot="5400000" flipH="1">
            <a:off x="5331360" y="12440505"/>
            <a:ext cx="1092918" cy="887734"/>
          </a:xfrm>
          <a:prstGeom prst="bentConnector5">
            <a:avLst>
              <a:gd name="adj1" fmla="val -20916"/>
              <a:gd name="adj2" fmla="val -112099"/>
              <a:gd name="adj3" fmla="val 1128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5E9A850D-D836-088E-029C-207A7925F6A6}"/>
              </a:ext>
            </a:extLst>
          </p:cNvPr>
          <p:cNvSpPr txBox="1"/>
          <p:nvPr/>
        </p:nvSpPr>
        <p:spPr>
          <a:xfrm>
            <a:off x="5998931" y="1227099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ED13A6EE-3718-5ABD-C09C-8C512AE1D960}"/>
              </a:ext>
            </a:extLst>
          </p:cNvPr>
          <p:cNvCxnSpPr>
            <a:stCxn id="71" idx="1"/>
            <a:endCxn id="120" idx="0"/>
          </p:cNvCxnSpPr>
          <p:nvPr/>
        </p:nvCxnSpPr>
        <p:spPr>
          <a:xfrm rot="10800000" flipV="1">
            <a:off x="5471991" y="6885898"/>
            <a:ext cx="383850" cy="5308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>
            <a:extLst>
              <a:ext uri="{FF2B5EF4-FFF2-40B4-BE49-F238E27FC236}">
                <a16:creationId xmlns:a16="http://schemas.microsoft.com/office/drawing/2014/main" id="{E99DECCE-9EE3-F7D5-0282-FC33E009BC34}"/>
              </a:ext>
            </a:extLst>
          </p:cNvPr>
          <p:cNvCxnSpPr>
            <a:stCxn id="121" idx="1"/>
            <a:endCxn id="137" idx="0"/>
          </p:cNvCxnSpPr>
          <p:nvPr/>
        </p:nvCxnSpPr>
        <p:spPr>
          <a:xfrm rot="10800000" flipH="1" flipV="1">
            <a:off x="4715904" y="8067933"/>
            <a:ext cx="727780" cy="1595016"/>
          </a:xfrm>
          <a:prstGeom prst="bentConnector4">
            <a:avLst>
              <a:gd name="adj1" fmla="val -31411"/>
              <a:gd name="adj2" fmla="val 569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67DC3CC4-6E0D-D33D-F2D8-E600132B819B}"/>
              </a:ext>
            </a:extLst>
          </p:cNvPr>
          <p:cNvCxnSpPr>
            <a:stCxn id="138" idx="1"/>
            <a:endCxn id="144" idx="0"/>
          </p:cNvCxnSpPr>
          <p:nvPr/>
        </p:nvCxnSpPr>
        <p:spPr>
          <a:xfrm rot="10800000" flipH="1" flipV="1">
            <a:off x="4687596" y="10314136"/>
            <a:ext cx="746357" cy="1593458"/>
          </a:xfrm>
          <a:prstGeom prst="bentConnector4">
            <a:avLst>
              <a:gd name="adj1" fmla="val -30629"/>
              <a:gd name="adj2" fmla="val 569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4011C587-5B8A-0226-A5BF-F16D1E9801A0}"/>
              </a:ext>
            </a:extLst>
          </p:cNvPr>
          <p:cNvSpPr txBox="1"/>
          <p:nvPr/>
        </p:nvSpPr>
        <p:spPr>
          <a:xfrm>
            <a:off x="4397263" y="1002635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EB383D8-7CB8-6954-60F1-9FE862FCE801}"/>
              </a:ext>
            </a:extLst>
          </p:cNvPr>
          <p:cNvSpPr txBox="1"/>
          <p:nvPr/>
        </p:nvSpPr>
        <p:spPr>
          <a:xfrm>
            <a:off x="4402565" y="778407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B790183B-4B19-ED4A-5205-729D9A7B0308}"/>
              </a:ext>
            </a:extLst>
          </p:cNvPr>
          <p:cNvCxnSpPr>
            <a:stCxn id="145" idx="1"/>
            <a:endCxn id="110" idx="0"/>
          </p:cNvCxnSpPr>
          <p:nvPr/>
        </p:nvCxnSpPr>
        <p:spPr>
          <a:xfrm rot="10800000" flipV="1">
            <a:off x="3691889" y="12558781"/>
            <a:ext cx="985978" cy="6701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09A902D7-08F2-4597-D17A-BC5A30663D4B}"/>
              </a:ext>
            </a:extLst>
          </p:cNvPr>
          <p:cNvSpPr txBox="1"/>
          <p:nvPr/>
        </p:nvSpPr>
        <p:spPr>
          <a:xfrm>
            <a:off x="4358689" y="1226862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</TotalTime>
  <Words>245</Words>
  <Application>Microsoft Macintosh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8</cp:revision>
  <dcterms:created xsi:type="dcterms:W3CDTF">2025-11-30T19:03:59Z</dcterms:created>
  <dcterms:modified xsi:type="dcterms:W3CDTF">2025-12-01T01:31:27Z</dcterms:modified>
</cp:coreProperties>
</file>